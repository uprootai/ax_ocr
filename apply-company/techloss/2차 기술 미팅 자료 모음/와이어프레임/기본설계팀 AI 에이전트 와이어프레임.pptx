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20"/>
  </p:notesMasterIdLst>
  <p:sldIdLst>
    <p:sldId id="256" r:id="rId2"/>
    <p:sldId id="315" r:id="rId3"/>
    <p:sldId id="312" r:id="rId4"/>
    <p:sldId id="313" r:id="rId5"/>
    <p:sldId id="314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5" r:id="rId15"/>
    <p:sldId id="326" r:id="rId16"/>
    <p:sldId id="324" r:id="rId17"/>
    <p:sldId id="327" r:id="rId18"/>
    <p:sldId id="328" r:id="rId19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B9265"/>
    <a:srgbClr val="C3D4C1"/>
    <a:srgbClr val="0068B6"/>
    <a:srgbClr val="F8C668"/>
    <a:srgbClr val="DEB2BF"/>
    <a:srgbClr val="95C6FF"/>
    <a:srgbClr val="1F4E79"/>
    <a:srgbClr val="006600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242" autoAdjust="0"/>
  </p:normalViewPr>
  <p:slideViewPr>
    <p:cSldViewPr snapToGrid="0">
      <p:cViewPr varScale="1">
        <p:scale>
          <a:sx n="114" d="100"/>
          <a:sy n="114" d="100"/>
        </p:scale>
        <p:origin x="1290" y="10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056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8056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r">
              <a:defRPr sz="1200"/>
            </a:lvl1pPr>
          </a:lstStyle>
          <a:p>
            <a:fld id="{F754A8A8-AC87-4FE3-A34A-DDD30B1CF0B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4" tIns="45717" rIns="91434" bIns="4571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34" tIns="45717" rIns="91434" bIns="45717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8585"/>
            <a:ext cx="2945659" cy="498055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28585"/>
            <a:ext cx="2945659" cy="498055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r">
              <a:defRPr sz="1200"/>
            </a:lvl1pPr>
          </a:lstStyle>
          <a:p>
            <a:fld id="{AC3EBE48-350E-45A8-B018-8E7A025B63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06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08B13-EF6A-9DE4-A548-DF36DE98C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04432C-6751-A05C-5DEC-6B026D7B4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15C157-DB70-1DFC-A332-BB2777475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1630D4-FABD-375F-A354-5319C8639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EBE48-350E-45A8-B018-8E7A025B630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4867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8D640-4D85-173D-2C9F-3E29B85C8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080DC1-2D52-75A7-B941-ED874C1AF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BD9EC2-FB06-B22C-B70B-7A84FF115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741A95-4FB7-7CF4-37FA-3F5F02F9E2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EBE48-350E-45A8-B018-8E7A025B630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620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3750F-EB26-D5BB-14C8-261366CC1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A38AA0-2B7A-1533-A030-8AEF055A8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F29C69-11F1-F06B-C946-771458E7F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B9DE5F-B18A-FDF6-BC71-76321E174D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EBE48-350E-45A8-B018-8E7A025B630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9287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8CCE0-24FD-A38E-22AC-2A7E0D9C0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4E617B-BC63-C246-CE79-06277D0FB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188010-D1AE-ABE9-1193-3B0BAE2C1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03BC24-B05B-6B41-9A95-285596E475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EBE48-350E-45A8-B018-8E7A025B630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64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7EFE2-5014-3A99-C2A6-1C6694BBB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A26F2D-5F78-554B-A5EA-8E92152D9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5C25C7-A35D-7730-40B4-27DBFEF38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26ADB0-327F-EBA0-806A-1C852DBA13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EBE48-350E-45A8-B018-8E7A025B630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843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D1E69-51FA-3079-46BB-4B8F24F19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8DA3EA-E937-4850-519B-2888BEEE39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7C8CE0-60DE-B3A2-0631-8121A74DF1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BB01EB-B6D8-2E87-5CB4-18EF801B69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EBE48-350E-45A8-B018-8E7A025B630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612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4C597-39D2-256E-25A4-8CFF3B9E8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80EC47-919A-0D9E-1E4F-BC337173E6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869354-C899-1975-F2F0-9038025DB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D58C21-9E3C-4A73-392B-EF32A6A15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EBE48-350E-45A8-B018-8E7A025B630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069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5FB79-65D3-CC82-7A98-1E081C5B3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19930D-C767-370A-A6E0-B77EF7BC2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0DD58B-8EFA-9597-96DA-CDD523C9F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A4C963-EFFC-AD22-7214-F908130982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EBE48-350E-45A8-B018-8E7A025B630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9885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D9978-E7C0-301C-5895-8AC5AA0EC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585D2B-E2A2-8550-AF59-2CC262E42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4ABC40-647B-337A-93C7-F54F48C58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49C799-2B83-997E-D4F7-F67BEC826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EBE48-350E-45A8-B018-8E7A025B630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240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757A8-3C08-DD62-B68A-01B961AFA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255297-5F15-47D6-0269-A52BE0A26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6C1124-8CAB-3B81-C7FA-E60A9567C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57C258-569D-87EC-DD4A-F1B26043E2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EBE48-350E-45A8-B018-8E7A025B630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4151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E0883-0482-3523-9641-083BDB462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44DFD6-3CAF-599E-D66C-F4FA8DD47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228B26-1608-DFDD-C25C-4DF97BAE0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D60BD3-19A1-7A1E-2962-7975029DB3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EBE48-350E-45A8-B018-8E7A025B630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91961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18CD8-73B4-2B3A-1A28-363F981E4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E183F4-C363-015D-E2D9-17013771D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7E26A3-1E88-A771-5355-B342832B1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6744C2-AE13-CC77-7C8C-8E8E52C1DF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EBE48-350E-45A8-B018-8E7A025B630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401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06ABC-AE36-E899-6DB3-2415606AF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12092D-4D69-1918-2091-19A21B8EA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816CFF-BEBB-2B5C-C9CE-6A9A3F92B7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7EE1B5-9A73-18E4-A8D7-3D1E562A9A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EBE48-350E-45A8-B018-8E7A025B630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3874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A4A4E-B743-85C8-2168-230DF62B3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CC0B97-8C0C-3975-E7B0-218BFD826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7319E8-E525-97AB-66DA-DD48ED7B9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040CC3-230E-3E47-1103-0C20B2D9D4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EBE48-350E-45A8-B018-8E7A025B630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4870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BAB2-DC67-6019-09D3-5304F8178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062B37-A9A1-74D7-E10E-55914D807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901BC6-5C7B-6567-1844-21FB963C7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B90B68-12AF-D9BD-3728-DDE76C80A3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EBE48-350E-45A8-B018-8E7A025B630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4105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C14D6-8328-96F3-F64D-AE661D2EF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305EDF-B65A-96BD-3F44-ADCEEEF94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E674D8-97BE-5354-CAE3-4A386A3C48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00AD75-50A2-1966-E559-712AE326C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EBE48-350E-45A8-B018-8E7A025B630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5007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D548F-1A28-F1E4-B4FA-63D542270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DB0B25-7F0E-7A9D-37C5-9AB830CB15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B06905-4138-9797-4601-2FA89F8CE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05900-DDAE-133C-4E88-3DFAE0325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EBE48-350E-45A8-B018-8E7A025B630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409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테크로스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ED5265A-983A-41BB-93B4-E98957B160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13197"/>
            <a:ext cx="9896980" cy="402571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099D20F-4819-408B-965E-127920942B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50" y="317774"/>
            <a:ext cx="2616924" cy="72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3DED466-5EF1-49AA-A65F-C670E9B10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251" y="2876204"/>
            <a:ext cx="6247880" cy="1387013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DCA4AF-38D3-49C0-842E-2195D3036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251" y="4290206"/>
            <a:ext cx="6247880" cy="365126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597DCBC9-78B5-4299-B73E-6B4D26E950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2251" y="5897982"/>
            <a:ext cx="6247880" cy="31591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862985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테크로스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DED466-5EF1-49AA-A65F-C670E9B10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251" y="457199"/>
            <a:ext cx="6247880" cy="773084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목차 </a:t>
            </a:r>
            <a:r>
              <a:rPr lang="ko-KR" altLang="en-US" dirty="0"/>
              <a:t>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DCA4AF-38D3-49C0-842E-2195D303679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52250" y="2045067"/>
            <a:ext cx="6913073" cy="3965035"/>
          </a:xfrm>
        </p:spPr>
        <p:txBody>
          <a:bodyPr anchor="ctr">
            <a:normAutofit/>
          </a:bodyPr>
          <a:lstStyle>
            <a:lvl1pPr marL="342900" indent="-342900">
              <a:buFont typeface="+mj-lt"/>
              <a:buAutoNum type="arabicPeriod"/>
              <a:defRPr sz="1800">
                <a:solidFill>
                  <a:schemeClr val="tx2"/>
                </a:solidFill>
                <a:latin typeface="+mj-ea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목차 스타일을 편집하려면 클릭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D012F49-FFCD-4700-AB0F-1ACA081EF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" y="1529678"/>
            <a:ext cx="9904905" cy="21599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85ECB62-CF2D-4461-9855-06723FC895A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066" y="6107239"/>
            <a:ext cx="1831848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022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테크로스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A4BF1C9-C16C-4C5B-84FF-673274B347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b="2769"/>
          <a:stretch/>
        </p:blipFill>
        <p:spPr>
          <a:xfrm>
            <a:off x="0" y="6507969"/>
            <a:ext cx="9906000" cy="35003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7A7E90D-8FB0-46DA-9811-92258D9AA2E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363" y="6579087"/>
            <a:ext cx="785077" cy="216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8C0E0F4-B845-4052-B2C1-781C5B49F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6" y="196553"/>
            <a:ext cx="9504000" cy="36000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79AACE-D5A5-44F6-AF4A-7A8CBFC7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60" y="6589013"/>
            <a:ext cx="601098" cy="216000"/>
          </a:xfrm>
          <a:prstGeom prst="rect">
            <a:avLst/>
          </a:prstGeom>
        </p:spPr>
        <p:txBody>
          <a:bodyPr anchor="b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fld id="{4023EF87-A45C-453B-A701-D92E350860E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928058B-6081-421F-B85F-0577932DD50F}"/>
              </a:ext>
            </a:extLst>
          </p:cNvPr>
          <p:cNvCxnSpPr/>
          <p:nvPr/>
        </p:nvCxnSpPr>
        <p:spPr>
          <a:xfrm>
            <a:off x="202474" y="556552"/>
            <a:ext cx="9504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6948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테크로스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8BC3B77-2ADD-4774-9DAF-9F70BF39A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10" y="2500242"/>
            <a:ext cx="9911617" cy="403167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AEAB5A0-00AB-4DEA-B602-78C8DF32BB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50" y="317774"/>
            <a:ext cx="2616924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92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-12982" y="-10736"/>
            <a:ext cx="9918982" cy="696536"/>
            <a:chOff x="-12982" y="-10736"/>
            <a:chExt cx="9918982" cy="696536"/>
          </a:xfrm>
        </p:grpSpPr>
        <p:sp>
          <p:nvSpPr>
            <p:cNvPr id="24" name="직사각형 23"/>
            <p:cNvSpPr/>
            <p:nvPr/>
          </p:nvSpPr>
          <p:spPr>
            <a:xfrm>
              <a:off x="0" y="2"/>
              <a:ext cx="9906000" cy="685798"/>
            </a:xfrm>
            <a:prstGeom prst="rect">
              <a:avLst/>
            </a:prstGeom>
            <a:gradFill>
              <a:gsLst>
                <a:gs pos="0">
                  <a:srgbClr val="69B8C9"/>
                </a:gs>
                <a:gs pos="100000">
                  <a:srgbClr val="6292B6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각 삼각형 24"/>
            <p:cNvSpPr/>
            <p:nvPr/>
          </p:nvSpPr>
          <p:spPr>
            <a:xfrm rot="5400000">
              <a:off x="-57089" y="33371"/>
              <a:ext cx="451132" cy="362918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114300" dir="2700000" sx="91000" sy="91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Freeform 7"/>
          <p:cNvSpPr>
            <a:spLocks/>
          </p:cNvSpPr>
          <p:nvPr/>
        </p:nvSpPr>
        <p:spPr bwMode="auto">
          <a:xfrm rot="6300000">
            <a:off x="9473972" y="6421066"/>
            <a:ext cx="316956" cy="322010"/>
          </a:xfrm>
          <a:custGeom>
            <a:avLst/>
            <a:gdLst>
              <a:gd name="T0" fmla="*/ 1387 w 2572"/>
              <a:gd name="T1" fmla="*/ 3 h 2613"/>
              <a:gd name="T2" fmla="*/ 1580 w 2572"/>
              <a:gd name="T3" fmla="*/ 34 h 2613"/>
              <a:gd name="T4" fmla="*/ 1765 w 2572"/>
              <a:gd name="T5" fmla="*/ 92 h 2613"/>
              <a:gd name="T6" fmla="*/ 1935 w 2572"/>
              <a:gd name="T7" fmla="*/ 176 h 2613"/>
              <a:gd name="T8" fmla="*/ 2090 w 2572"/>
              <a:gd name="T9" fmla="*/ 283 h 2613"/>
              <a:gd name="T10" fmla="*/ 2228 w 2572"/>
              <a:gd name="T11" fmla="*/ 411 h 2613"/>
              <a:gd name="T12" fmla="*/ 2346 w 2572"/>
              <a:gd name="T13" fmla="*/ 557 h 2613"/>
              <a:gd name="T14" fmla="*/ 2441 w 2572"/>
              <a:gd name="T15" fmla="*/ 720 h 2613"/>
              <a:gd name="T16" fmla="*/ 2512 w 2572"/>
              <a:gd name="T17" fmla="*/ 898 h 2613"/>
              <a:gd name="T18" fmla="*/ 2556 w 2572"/>
              <a:gd name="T19" fmla="*/ 1086 h 2613"/>
              <a:gd name="T20" fmla="*/ 2572 w 2572"/>
              <a:gd name="T21" fmla="*/ 1286 h 2613"/>
              <a:gd name="T22" fmla="*/ 2560 w 2572"/>
              <a:gd name="T23" fmla="*/ 1457 h 2613"/>
              <a:gd name="T24" fmla="*/ 2527 w 2572"/>
              <a:gd name="T25" fmla="*/ 1621 h 2613"/>
              <a:gd name="T26" fmla="*/ 2474 w 2572"/>
              <a:gd name="T27" fmla="*/ 1776 h 2613"/>
              <a:gd name="T28" fmla="*/ 2402 w 2572"/>
              <a:gd name="T29" fmla="*/ 1922 h 2613"/>
              <a:gd name="T30" fmla="*/ 1856 w 2572"/>
              <a:gd name="T31" fmla="*/ 2437 h 2613"/>
              <a:gd name="T32" fmla="*/ 1703 w 2572"/>
              <a:gd name="T33" fmla="*/ 2502 h 2613"/>
              <a:gd name="T34" fmla="*/ 1542 w 2572"/>
              <a:gd name="T35" fmla="*/ 2546 h 2613"/>
              <a:gd name="T36" fmla="*/ 1373 w 2572"/>
              <a:gd name="T37" fmla="*/ 2568 h 2613"/>
              <a:gd name="T38" fmla="*/ 1185 w 2572"/>
              <a:gd name="T39" fmla="*/ 2567 h 2613"/>
              <a:gd name="T40" fmla="*/ 992 w 2572"/>
              <a:gd name="T41" fmla="*/ 2538 h 2613"/>
              <a:gd name="T42" fmla="*/ 807 w 2572"/>
              <a:gd name="T43" fmla="*/ 2480 h 2613"/>
              <a:gd name="T44" fmla="*/ 637 w 2572"/>
              <a:gd name="T45" fmla="*/ 2396 h 2613"/>
              <a:gd name="T46" fmla="*/ 482 w 2572"/>
              <a:gd name="T47" fmla="*/ 2289 h 2613"/>
              <a:gd name="T48" fmla="*/ 344 w 2572"/>
              <a:gd name="T49" fmla="*/ 2161 h 2613"/>
              <a:gd name="T50" fmla="*/ 226 w 2572"/>
              <a:gd name="T51" fmla="*/ 2015 h 2613"/>
              <a:gd name="T52" fmla="*/ 131 w 2572"/>
              <a:gd name="T53" fmla="*/ 1851 h 2613"/>
              <a:gd name="T54" fmla="*/ 60 w 2572"/>
              <a:gd name="T55" fmla="*/ 1674 h 2613"/>
              <a:gd name="T56" fmla="*/ 16 w 2572"/>
              <a:gd name="T57" fmla="*/ 1484 h 2613"/>
              <a:gd name="T58" fmla="*/ 0 w 2572"/>
              <a:gd name="T59" fmla="*/ 1286 h 2613"/>
              <a:gd name="T60" fmla="*/ 16 w 2572"/>
              <a:gd name="T61" fmla="*/ 1086 h 2613"/>
              <a:gd name="T62" fmla="*/ 60 w 2572"/>
              <a:gd name="T63" fmla="*/ 898 h 2613"/>
              <a:gd name="T64" fmla="*/ 131 w 2572"/>
              <a:gd name="T65" fmla="*/ 720 h 2613"/>
              <a:gd name="T66" fmla="*/ 226 w 2572"/>
              <a:gd name="T67" fmla="*/ 557 h 2613"/>
              <a:gd name="T68" fmla="*/ 344 w 2572"/>
              <a:gd name="T69" fmla="*/ 411 h 2613"/>
              <a:gd name="T70" fmla="*/ 482 w 2572"/>
              <a:gd name="T71" fmla="*/ 283 h 2613"/>
              <a:gd name="T72" fmla="*/ 637 w 2572"/>
              <a:gd name="T73" fmla="*/ 176 h 2613"/>
              <a:gd name="T74" fmla="*/ 807 w 2572"/>
              <a:gd name="T75" fmla="*/ 92 h 2613"/>
              <a:gd name="T76" fmla="*/ 992 w 2572"/>
              <a:gd name="T77" fmla="*/ 34 h 2613"/>
              <a:gd name="T78" fmla="*/ 1185 w 2572"/>
              <a:gd name="T79" fmla="*/ 3 h 2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572" h="2613">
                <a:moveTo>
                  <a:pt x="1286" y="0"/>
                </a:moveTo>
                <a:lnTo>
                  <a:pt x="1387" y="3"/>
                </a:lnTo>
                <a:lnTo>
                  <a:pt x="1485" y="16"/>
                </a:lnTo>
                <a:lnTo>
                  <a:pt x="1580" y="34"/>
                </a:lnTo>
                <a:lnTo>
                  <a:pt x="1674" y="60"/>
                </a:lnTo>
                <a:lnTo>
                  <a:pt x="1765" y="92"/>
                </a:lnTo>
                <a:lnTo>
                  <a:pt x="1851" y="130"/>
                </a:lnTo>
                <a:lnTo>
                  <a:pt x="1935" y="176"/>
                </a:lnTo>
                <a:lnTo>
                  <a:pt x="2015" y="226"/>
                </a:lnTo>
                <a:lnTo>
                  <a:pt x="2090" y="283"/>
                </a:lnTo>
                <a:lnTo>
                  <a:pt x="2161" y="344"/>
                </a:lnTo>
                <a:lnTo>
                  <a:pt x="2228" y="411"/>
                </a:lnTo>
                <a:lnTo>
                  <a:pt x="2289" y="482"/>
                </a:lnTo>
                <a:lnTo>
                  <a:pt x="2346" y="557"/>
                </a:lnTo>
                <a:lnTo>
                  <a:pt x="2396" y="637"/>
                </a:lnTo>
                <a:lnTo>
                  <a:pt x="2441" y="720"/>
                </a:lnTo>
                <a:lnTo>
                  <a:pt x="2480" y="807"/>
                </a:lnTo>
                <a:lnTo>
                  <a:pt x="2512" y="898"/>
                </a:lnTo>
                <a:lnTo>
                  <a:pt x="2538" y="990"/>
                </a:lnTo>
                <a:lnTo>
                  <a:pt x="2556" y="1086"/>
                </a:lnTo>
                <a:lnTo>
                  <a:pt x="2567" y="1185"/>
                </a:lnTo>
                <a:lnTo>
                  <a:pt x="2572" y="1286"/>
                </a:lnTo>
                <a:lnTo>
                  <a:pt x="2569" y="1372"/>
                </a:lnTo>
                <a:lnTo>
                  <a:pt x="2560" y="1457"/>
                </a:lnTo>
                <a:lnTo>
                  <a:pt x="2546" y="1539"/>
                </a:lnTo>
                <a:lnTo>
                  <a:pt x="2527" y="1621"/>
                </a:lnTo>
                <a:lnTo>
                  <a:pt x="2502" y="1699"/>
                </a:lnTo>
                <a:lnTo>
                  <a:pt x="2474" y="1776"/>
                </a:lnTo>
                <a:lnTo>
                  <a:pt x="2439" y="1850"/>
                </a:lnTo>
                <a:lnTo>
                  <a:pt x="2402" y="1922"/>
                </a:lnTo>
                <a:lnTo>
                  <a:pt x="2521" y="2613"/>
                </a:lnTo>
                <a:lnTo>
                  <a:pt x="1856" y="2437"/>
                </a:lnTo>
                <a:lnTo>
                  <a:pt x="1780" y="2471"/>
                </a:lnTo>
                <a:lnTo>
                  <a:pt x="1703" y="2502"/>
                </a:lnTo>
                <a:lnTo>
                  <a:pt x="1623" y="2527"/>
                </a:lnTo>
                <a:lnTo>
                  <a:pt x="1542" y="2546"/>
                </a:lnTo>
                <a:lnTo>
                  <a:pt x="1458" y="2560"/>
                </a:lnTo>
                <a:lnTo>
                  <a:pt x="1373" y="2568"/>
                </a:lnTo>
                <a:lnTo>
                  <a:pt x="1286" y="2571"/>
                </a:lnTo>
                <a:lnTo>
                  <a:pt x="1185" y="2567"/>
                </a:lnTo>
                <a:lnTo>
                  <a:pt x="1087" y="2556"/>
                </a:lnTo>
                <a:lnTo>
                  <a:pt x="992" y="2538"/>
                </a:lnTo>
                <a:lnTo>
                  <a:pt x="898" y="2512"/>
                </a:lnTo>
                <a:lnTo>
                  <a:pt x="807" y="2480"/>
                </a:lnTo>
                <a:lnTo>
                  <a:pt x="721" y="2440"/>
                </a:lnTo>
                <a:lnTo>
                  <a:pt x="637" y="2396"/>
                </a:lnTo>
                <a:lnTo>
                  <a:pt x="557" y="2346"/>
                </a:lnTo>
                <a:lnTo>
                  <a:pt x="482" y="2289"/>
                </a:lnTo>
                <a:lnTo>
                  <a:pt x="411" y="2227"/>
                </a:lnTo>
                <a:lnTo>
                  <a:pt x="344" y="2161"/>
                </a:lnTo>
                <a:lnTo>
                  <a:pt x="283" y="2090"/>
                </a:lnTo>
                <a:lnTo>
                  <a:pt x="226" y="2015"/>
                </a:lnTo>
                <a:lnTo>
                  <a:pt x="176" y="1935"/>
                </a:lnTo>
                <a:lnTo>
                  <a:pt x="131" y="1851"/>
                </a:lnTo>
                <a:lnTo>
                  <a:pt x="92" y="1763"/>
                </a:lnTo>
                <a:lnTo>
                  <a:pt x="60" y="1674"/>
                </a:lnTo>
                <a:lnTo>
                  <a:pt x="34" y="1580"/>
                </a:lnTo>
                <a:lnTo>
                  <a:pt x="16" y="1484"/>
                </a:lnTo>
                <a:lnTo>
                  <a:pt x="5" y="1386"/>
                </a:lnTo>
                <a:lnTo>
                  <a:pt x="0" y="1286"/>
                </a:lnTo>
                <a:lnTo>
                  <a:pt x="5" y="1185"/>
                </a:lnTo>
                <a:lnTo>
                  <a:pt x="16" y="1086"/>
                </a:lnTo>
                <a:lnTo>
                  <a:pt x="34" y="990"/>
                </a:lnTo>
                <a:lnTo>
                  <a:pt x="60" y="898"/>
                </a:lnTo>
                <a:lnTo>
                  <a:pt x="92" y="807"/>
                </a:lnTo>
                <a:lnTo>
                  <a:pt x="131" y="720"/>
                </a:lnTo>
                <a:lnTo>
                  <a:pt x="176" y="637"/>
                </a:lnTo>
                <a:lnTo>
                  <a:pt x="226" y="557"/>
                </a:lnTo>
                <a:lnTo>
                  <a:pt x="283" y="482"/>
                </a:lnTo>
                <a:lnTo>
                  <a:pt x="344" y="411"/>
                </a:lnTo>
                <a:lnTo>
                  <a:pt x="411" y="344"/>
                </a:lnTo>
                <a:lnTo>
                  <a:pt x="482" y="283"/>
                </a:lnTo>
                <a:lnTo>
                  <a:pt x="557" y="226"/>
                </a:lnTo>
                <a:lnTo>
                  <a:pt x="637" y="176"/>
                </a:lnTo>
                <a:lnTo>
                  <a:pt x="721" y="130"/>
                </a:lnTo>
                <a:lnTo>
                  <a:pt x="807" y="92"/>
                </a:lnTo>
                <a:lnTo>
                  <a:pt x="898" y="60"/>
                </a:lnTo>
                <a:lnTo>
                  <a:pt x="992" y="34"/>
                </a:lnTo>
                <a:lnTo>
                  <a:pt x="1087" y="16"/>
                </a:lnTo>
                <a:lnTo>
                  <a:pt x="1185" y="3"/>
                </a:lnTo>
                <a:lnTo>
                  <a:pt x="1286" y="0"/>
                </a:lnTo>
                <a:close/>
              </a:path>
            </a:pathLst>
          </a:custGeom>
          <a:gradFill>
            <a:gsLst>
              <a:gs pos="0">
                <a:srgbClr val="69B8C9"/>
              </a:gs>
              <a:gs pos="100000">
                <a:srgbClr val="6292B6"/>
              </a:gs>
            </a:gsLst>
            <a:lin ang="18000000" scaled="0"/>
          </a:gradFill>
          <a:ln w="0">
            <a:noFill/>
            <a:prstDash val="solid"/>
            <a:round/>
            <a:headEnd/>
            <a:tailEnd/>
          </a:ln>
          <a:effectLst/>
        </p:spPr>
        <p:txBody>
          <a:bodyPr vert="horz" wrap="square" lIns="91440" tIns="0" rIns="91440" bIns="21600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50000"/>
              </a:lnSpc>
            </a:pPr>
            <a:endParaRPr lang="ko-KR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야놀자 야체 B" panose="02020603020101020101" pitchFamily="18" charset="-127"/>
              <a:ea typeface="야놀자 야체 B" panose="02020603020101020101" pitchFamily="18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 flipH="1">
            <a:off x="212298" y="6696912"/>
            <a:ext cx="925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184386" y="6534150"/>
            <a:ext cx="56914" cy="190500"/>
          </a:xfrm>
          <a:prstGeom prst="rect">
            <a:avLst/>
          </a:prstGeom>
          <a:gradFill>
            <a:gsLst>
              <a:gs pos="0">
                <a:srgbClr val="69B8C9"/>
              </a:gs>
              <a:gs pos="100000">
                <a:srgbClr val="6292B6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날짜 개체 틀 27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9B0EA606-32A9-496E-BF5C-545A902E9880}" type="datetime1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29" name="바닥글 개체 틀 28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0" name="슬라이드 번호 개체 틀 29"/>
          <p:cNvSpPr>
            <a:spLocks noGrp="1"/>
          </p:cNvSpPr>
          <p:nvPr userDrawn="1">
            <p:ph type="sldNum" sz="quarter" idx="12"/>
          </p:nvPr>
        </p:nvSpPr>
        <p:spPr>
          <a:xfrm>
            <a:off x="7530600" y="6391186"/>
            <a:ext cx="222885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28FF85-92AF-490F-BCF5-C037451A196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31" name="그림 30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3938" y="240123"/>
            <a:ext cx="1160780" cy="32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803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1127CE7-9BC5-4EED-85A9-5066A11B2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테크로스 마스터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B97849-2B75-4FA3-A7A4-A3C7A5E25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새 슬라이드를 추가하여 내용 작성할 것</a:t>
            </a:r>
          </a:p>
        </p:txBody>
      </p:sp>
    </p:spTree>
    <p:extLst>
      <p:ext uri="{BB962C8B-B14F-4D97-AF65-F5344CB8AC3E}">
        <p14:creationId xmlns:p14="http://schemas.microsoft.com/office/powerpoint/2010/main" val="2551943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3" r:id="rId2"/>
    <p:sldLayoutId id="2147483711" r:id="rId3"/>
    <p:sldLayoutId id="2147483712" r:id="rId4"/>
    <p:sldLayoutId id="2147483714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7.svg"/><Relationship Id="rId4" Type="http://schemas.openxmlformats.org/officeDocument/2006/relationships/image" Target="../media/image13.svg"/><Relationship Id="rId9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3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3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7EC3F22D-EF8E-B950-AFAB-2BC4CBE5BE3A}"/>
              </a:ext>
            </a:extLst>
          </p:cNvPr>
          <p:cNvSpPr txBox="1">
            <a:spLocks/>
          </p:cNvSpPr>
          <p:nvPr/>
        </p:nvSpPr>
        <p:spPr>
          <a:xfrm>
            <a:off x="214532" y="1506878"/>
            <a:ext cx="6965914" cy="1387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>
                <a:solidFill>
                  <a:schemeClr val="accent1"/>
                </a:solidFill>
              </a:rPr>
              <a:t>기본설계팀 도면 검토 </a:t>
            </a:r>
            <a:r>
              <a:rPr lang="en-US" altLang="ko-KR" sz="3200" b="1" dirty="0">
                <a:solidFill>
                  <a:schemeClr val="accent1"/>
                </a:solidFill>
              </a:rPr>
              <a:t>AI </a:t>
            </a:r>
            <a:r>
              <a:rPr lang="ko-KR" altLang="en-US" sz="3200" b="1" dirty="0">
                <a:solidFill>
                  <a:schemeClr val="accent1"/>
                </a:solidFill>
              </a:rPr>
              <a:t>와이어프레임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995FB9E6-1131-647A-E800-662892F9153D}"/>
              </a:ext>
            </a:extLst>
          </p:cNvPr>
          <p:cNvSpPr txBox="1">
            <a:spLocks/>
          </p:cNvSpPr>
          <p:nvPr/>
        </p:nvSpPr>
        <p:spPr>
          <a:xfrm>
            <a:off x="743608" y="4737461"/>
            <a:ext cx="6247880" cy="365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기본설계팀</a:t>
            </a: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59F03AF6-B40C-A194-A7F8-65032C9B630D}"/>
              </a:ext>
            </a:extLst>
          </p:cNvPr>
          <p:cNvSpPr txBox="1">
            <a:spLocks/>
          </p:cNvSpPr>
          <p:nvPr/>
        </p:nvSpPr>
        <p:spPr>
          <a:xfrm>
            <a:off x="743608" y="5102587"/>
            <a:ext cx="6247880" cy="3159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25. 12. 05.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65786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69E3D-2C2E-FD87-9054-FB21803B8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7A005BB8-BF57-EA11-255B-7FF212E34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6" y="196553"/>
            <a:ext cx="9504000" cy="360000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ko-KR" b="1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로그인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7380C43-1CF2-2DFA-7F51-2AFD4755B283}"/>
              </a:ext>
            </a:extLst>
          </p:cNvPr>
          <p:cNvSpPr/>
          <p:nvPr/>
        </p:nvSpPr>
        <p:spPr>
          <a:xfrm>
            <a:off x="610482" y="803635"/>
            <a:ext cx="8682087" cy="52507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7104BEC-C3D4-F1DF-FA69-9009B6FC1B1A}"/>
              </a:ext>
            </a:extLst>
          </p:cNvPr>
          <p:cNvSpPr/>
          <p:nvPr/>
        </p:nvSpPr>
        <p:spPr>
          <a:xfrm>
            <a:off x="3551644" y="2670142"/>
            <a:ext cx="2799761" cy="151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/>
              <a:t>ID: </a:t>
            </a:r>
            <a:r>
              <a:rPr lang="en-US" altLang="ko-KR" dirty="0" err="1"/>
              <a:t>neoul</a:t>
            </a:r>
            <a:endParaRPr lang="en-US" altLang="ko-KR" dirty="0"/>
          </a:p>
          <a:p>
            <a:r>
              <a:rPr lang="ko-KR" altLang="en-US" dirty="0"/>
              <a:t>비밀번호</a:t>
            </a:r>
            <a:r>
              <a:rPr lang="en-US" altLang="ko-KR" dirty="0"/>
              <a:t>: *******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1571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00"/>
    </mc:Choice>
    <mc:Fallback xmlns="">
      <p:transition spd="slow" advTm="295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2D3D5-E2E6-F897-CAF5-72C5EDE01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2CE2C570-056D-9268-D021-112C365EC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6" y="196553"/>
            <a:ext cx="9504000" cy="360000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I. 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메인 화면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1FEDDE-32E1-72E1-926C-8A7AE1193AA7}"/>
              </a:ext>
            </a:extLst>
          </p:cNvPr>
          <p:cNvSpPr/>
          <p:nvPr/>
        </p:nvSpPr>
        <p:spPr>
          <a:xfrm>
            <a:off x="610482" y="803635"/>
            <a:ext cx="8682087" cy="52507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2E61E1E-1D3A-A2A5-B000-4C4848F83D58}"/>
              </a:ext>
            </a:extLst>
          </p:cNvPr>
          <p:cNvSpPr/>
          <p:nvPr/>
        </p:nvSpPr>
        <p:spPr>
          <a:xfrm>
            <a:off x="959963" y="1101756"/>
            <a:ext cx="8031637" cy="23637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나의 프로젝트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221E07E-FB1D-8CF2-C0C3-6FED0876FC21}"/>
              </a:ext>
            </a:extLst>
          </p:cNvPr>
          <p:cNvSpPr/>
          <p:nvPr/>
        </p:nvSpPr>
        <p:spPr>
          <a:xfrm>
            <a:off x="959963" y="3530925"/>
            <a:ext cx="4865802" cy="236377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전체 프로젝트</a:t>
            </a:r>
            <a:endParaRPr lang="en-US" altLang="ko-KR" dirty="0"/>
          </a:p>
          <a:p>
            <a:pPr algn="ctr"/>
            <a:r>
              <a:rPr lang="ko-KR" altLang="en-US" dirty="0"/>
              <a:t>검색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E0E3FAB-2649-4B4F-D1CF-C1F8CE274BA8}"/>
              </a:ext>
            </a:extLst>
          </p:cNvPr>
          <p:cNvSpPr/>
          <p:nvPr/>
        </p:nvSpPr>
        <p:spPr>
          <a:xfrm>
            <a:off x="6033155" y="3530924"/>
            <a:ext cx="2958445" cy="236377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지침</a:t>
            </a:r>
            <a:endParaRPr lang="en-US" altLang="ko-KR" dirty="0"/>
          </a:p>
          <a:p>
            <a:pPr algn="ctr"/>
            <a:r>
              <a:rPr lang="ko-KR" altLang="en-US" dirty="0"/>
              <a:t>열람</a:t>
            </a:r>
          </a:p>
        </p:txBody>
      </p:sp>
      <p:sp>
        <p:nvSpPr>
          <p:cNvPr id="28" name="설명선: 선 27">
            <a:extLst>
              <a:ext uri="{FF2B5EF4-FFF2-40B4-BE49-F238E27FC236}">
                <a16:creationId xmlns:a16="http://schemas.microsoft.com/office/drawing/2014/main" id="{972C6B80-2068-CBE4-CDD5-4B2FEECABA3E}"/>
              </a:ext>
            </a:extLst>
          </p:cNvPr>
          <p:cNvSpPr/>
          <p:nvPr/>
        </p:nvSpPr>
        <p:spPr>
          <a:xfrm>
            <a:off x="7011972" y="806143"/>
            <a:ext cx="2630078" cy="1734160"/>
          </a:xfrm>
          <a:prstGeom prst="borderCallout1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/>
              <a:t>*</a:t>
            </a:r>
            <a:r>
              <a:rPr lang="ko-KR" altLang="en-US" dirty="0"/>
              <a:t>내가 진행중인 프로젝트들을 열람한다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*</a:t>
            </a:r>
            <a:r>
              <a:rPr lang="ko-KR" altLang="en-US" dirty="0"/>
              <a:t>주로 사용되는 탭</a:t>
            </a:r>
            <a:endParaRPr lang="en-US" altLang="ko-KR" dirty="0"/>
          </a:p>
          <a:p>
            <a:r>
              <a:rPr lang="en-US" altLang="ko-KR" dirty="0"/>
              <a:t>*P&amp;ID </a:t>
            </a:r>
            <a:r>
              <a:rPr lang="ko-KR" altLang="en-US" dirty="0"/>
              <a:t>검토</a:t>
            </a:r>
            <a:r>
              <a:rPr lang="en-US" altLang="ko-KR" dirty="0"/>
              <a:t>, </a:t>
            </a:r>
            <a:r>
              <a:rPr lang="ko-KR" altLang="en-US" dirty="0"/>
              <a:t>문서 작성</a:t>
            </a:r>
            <a:r>
              <a:rPr lang="en-US" altLang="ko-KR" dirty="0"/>
              <a:t>, </a:t>
            </a:r>
            <a:r>
              <a:rPr lang="ko-KR" altLang="en-US" dirty="0"/>
              <a:t>코멘트 답변 회신을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0" name="설명선: 선 29">
            <a:extLst>
              <a:ext uri="{FF2B5EF4-FFF2-40B4-BE49-F238E27FC236}">
                <a16:creationId xmlns:a16="http://schemas.microsoft.com/office/drawing/2014/main" id="{E48F07DF-B1C9-D0CC-F6B2-CCFF9AD18F28}"/>
              </a:ext>
            </a:extLst>
          </p:cNvPr>
          <p:cNvSpPr/>
          <p:nvPr/>
        </p:nvSpPr>
        <p:spPr>
          <a:xfrm flipH="1">
            <a:off x="434070" y="2504175"/>
            <a:ext cx="2887745" cy="3038785"/>
          </a:xfrm>
          <a:prstGeom prst="borderCallout1">
            <a:avLst>
              <a:gd name="adj1" fmla="val 18750"/>
              <a:gd name="adj2" fmla="val -8333"/>
              <a:gd name="adj3" fmla="val 65200"/>
              <a:gd name="adj4" fmla="val -3572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/>
              <a:t>*Database</a:t>
            </a:r>
          </a:p>
          <a:p>
            <a:r>
              <a:rPr lang="en-US" altLang="ko-KR" dirty="0"/>
              <a:t>*</a:t>
            </a:r>
            <a:r>
              <a:rPr lang="ko-KR" altLang="en-US" dirty="0"/>
              <a:t>팀원 전체 프로젝트를 열람할 수 있다</a:t>
            </a:r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/>
              <a:t>나의 프로젝트에서 생성 및 수정을 하면 해당 탭도 바로 반영이 된다</a:t>
            </a:r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/>
              <a:t>열람만 가능하고 수정은 불가하며 나의 프로젝트로 불러오기 해야만 수정이 가능하다</a:t>
            </a:r>
          </a:p>
        </p:txBody>
      </p:sp>
      <p:sp>
        <p:nvSpPr>
          <p:cNvPr id="38" name="설명선: 선 37">
            <a:extLst>
              <a:ext uri="{FF2B5EF4-FFF2-40B4-BE49-F238E27FC236}">
                <a16:creationId xmlns:a16="http://schemas.microsoft.com/office/drawing/2014/main" id="{799D45D1-ADC5-C7DA-EEB1-161FBA0F7D14}"/>
              </a:ext>
            </a:extLst>
          </p:cNvPr>
          <p:cNvSpPr/>
          <p:nvPr/>
        </p:nvSpPr>
        <p:spPr>
          <a:xfrm>
            <a:off x="6779885" y="2787384"/>
            <a:ext cx="2630078" cy="2180541"/>
          </a:xfrm>
          <a:prstGeom prst="borderCallout1">
            <a:avLst>
              <a:gd name="adj1" fmla="val 18750"/>
              <a:gd name="adj2" fmla="val -8333"/>
              <a:gd name="adj3" fmla="val 117936"/>
              <a:gd name="adj4" fmla="val -1718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/>
              <a:t>*</a:t>
            </a:r>
            <a:r>
              <a:rPr lang="ko-KR" altLang="en-US" dirty="0"/>
              <a:t>체크리스트</a:t>
            </a:r>
            <a:r>
              <a:rPr lang="en-US" altLang="ko-KR" dirty="0"/>
              <a:t>, </a:t>
            </a:r>
            <a:r>
              <a:rPr lang="ko-KR" altLang="en-US" dirty="0"/>
              <a:t>조선소별 특이사항</a:t>
            </a:r>
            <a:r>
              <a:rPr lang="en-US" altLang="ko-KR" dirty="0"/>
              <a:t>, </a:t>
            </a:r>
            <a:r>
              <a:rPr lang="ko-KR" altLang="en-US" dirty="0" err="1"/>
              <a:t>선급룰</a:t>
            </a:r>
            <a:r>
              <a:rPr lang="ko-KR" altLang="en-US" dirty="0"/>
              <a:t> 열람 가능</a:t>
            </a:r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/>
              <a:t>관리자 계정일시 체크리스트와 조선소별 특이사항 수정이 가능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40148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00"/>
    </mc:Choice>
    <mc:Fallback xmlns="">
      <p:transition spd="slow" advTm="29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 animBg="1"/>
      <p:bldP spid="3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B4965-8777-D36B-6299-0F63E6DB9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47DFBFB3-73B1-4FA7-4C74-6F6492668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6" y="196553"/>
            <a:ext cx="9504000" cy="360000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II. 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나의 프로젝트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422672A-BF6D-4324-ACBA-1B68067B8402}"/>
              </a:ext>
            </a:extLst>
          </p:cNvPr>
          <p:cNvSpPr/>
          <p:nvPr/>
        </p:nvSpPr>
        <p:spPr>
          <a:xfrm>
            <a:off x="610482" y="803635"/>
            <a:ext cx="8682087" cy="52507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3313719-D5B4-3804-DF7D-8C24B45E773B}"/>
              </a:ext>
            </a:extLst>
          </p:cNvPr>
          <p:cNvSpPr/>
          <p:nvPr/>
        </p:nvSpPr>
        <p:spPr>
          <a:xfrm>
            <a:off x="2406286" y="3251068"/>
            <a:ext cx="789399" cy="23637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NE506</a:t>
            </a:r>
          </a:p>
          <a:p>
            <a:pPr algn="ctr"/>
            <a:r>
              <a:rPr lang="en-US" altLang="ko-KR" sz="1400" dirty="0"/>
              <a:t>Series</a:t>
            </a:r>
            <a:endParaRPr lang="ko-KR" altLang="en-US" sz="1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89343A7-94E0-68BF-2114-2F11CE3CC7B6}"/>
              </a:ext>
            </a:extLst>
          </p:cNvPr>
          <p:cNvSpPr/>
          <p:nvPr/>
        </p:nvSpPr>
        <p:spPr>
          <a:xfrm>
            <a:off x="3303403" y="3251068"/>
            <a:ext cx="789399" cy="23637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H2401</a:t>
            </a:r>
            <a:endParaRPr lang="ko-KR" altLang="en-US" sz="1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5D63947-3768-6974-55F0-4AAA2C275803}"/>
              </a:ext>
            </a:extLst>
          </p:cNvPr>
          <p:cNvSpPr/>
          <p:nvPr/>
        </p:nvSpPr>
        <p:spPr>
          <a:xfrm>
            <a:off x="4200520" y="3251068"/>
            <a:ext cx="789399" cy="23637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JL0398</a:t>
            </a:r>
            <a:br>
              <a:rPr lang="en-US" altLang="ko-KR" sz="1400" dirty="0"/>
            </a:br>
            <a:r>
              <a:rPr lang="en-US" altLang="ko-KR" sz="1400" dirty="0"/>
              <a:t>Series</a:t>
            </a:r>
            <a:endParaRPr lang="ko-KR" altLang="en-US" sz="14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775AD2-20F2-B73E-084F-4FE4000E31DB}"/>
              </a:ext>
            </a:extLst>
          </p:cNvPr>
          <p:cNvSpPr/>
          <p:nvPr/>
        </p:nvSpPr>
        <p:spPr>
          <a:xfrm>
            <a:off x="5097637" y="3251067"/>
            <a:ext cx="789399" cy="23637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HL-B82K-48</a:t>
            </a:r>
            <a:br>
              <a:rPr lang="en-US" altLang="ko-KR" sz="1400" dirty="0"/>
            </a:br>
            <a:r>
              <a:rPr lang="en-US" altLang="ko-KR" sz="1400" dirty="0"/>
              <a:t>Series</a:t>
            </a:r>
            <a:endParaRPr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ADD293-7D88-009B-4322-EAD2F9E905D8}"/>
              </a:ext>
            </a:extLst>
          </p:cNvPr>
          <p:cNvSpPr/>
          <p:nvPr/>
        </p:nvSpPr>
        <p:spPr>
          <a:xfrm>
            <a:off x="5994754" y="3251067"/>
            <a:ext cx="789399" cy="23637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11203</a:t>
            </a:r>
            <a:br>
              <a:rPr lang="en-US" altLang="ko-KR" sz="1400" dirty="0"/>
            </a:br>
            <a:r>
              <a:rPr lang="en-US" altLang="ko-KR" sz="1400" dirty="0"/>
              <a:t>Series</a:t>
            </a:r>
            <a:endParaRPr lang="ko-KR" altLang="en-US" sz="14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DE1244D-FEC4-2248-2CE3-4F661B4300AC}"/>
              </a:ext>
            </a:extLst>
          </p:cNvPr>
          <p:cNvSpPr/>
          <p:nvPr/>
        </p:nvSpPr>
        <p:spPr>
          <a:xfrm>
            <a:off x="1509169" y="3251066"/>
            <a:ext cx="789399" cy="2363771"/>
          </a:xfrm>
          <a:prstGeom prst="rect">
            <a:avLst/>
          </a:prstGeom>
          <a:ln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2B4B21F-A60B-0671-0046-A5E4D9C11889}"/>
              </a:ext>
            </a:extLst>
          </p:cNvPr>
          <p:cNvSpPr/>
          <p:nvPr/>
        </p:nvSpPr>
        <p:spPr>
          <a:xfrm>
            <a:off x="7158084" y="4345756"/>
            <a:ext cx="188536" cy="18853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D6A034B-4CA4-CB04-CA5D-4CDE6F755C1B}"/>
              </a:ext>
            </a:extLst>
          </p:cNvPr>
          <p:cNvSpPr/>
          <p:nvPr/>
        </p:nvSpPr>
        <p:spPr>
          <a:xfrm>
            <a:off x="7587445" y="4345756"/>
            <a:ext cx="188536" cy="18853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9A7FCBF-7AB8-8537-C11E-3AC5BA16F93C}"/>
              </a:ext>
            </a:extLst>
          </p:cNvPr>
          <p:cNvSpPr/>
          <p:nvPr/>
        </p:nvSpPr>
        <p:spPr>
          <a:xfrm>
            <a:off x="8016806" y="4345756"/>
            <a:ext cx="188536" cy="18853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더하기 기호 14">
            <a:extLst>
              <a:ext uri="{FF2B5EF4-FFF2-40B4-BE49-F238E27FC236}">
                <a16:creationId xmlns:a16="http://schemas.microsoft.com/office/drawing/2014/main" id="{992D2911-FF2F-D5A8-48F6-1E329690ABF3}"/>
              </a:ext>
            </a:extLst>
          </p:cNvPr>
          <p:cNvSpPr/>
          <p:nvPr/>
        </p:nvSpPr>
        <p:spPr>
          <a:xfrm>
            <a:off x="1727813" y="4232635"/>
            <a:ext cx="402206" cy="40220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902500-58BA-FF24-66E3-121A242238B8}"/>
              </a:ext>
            </a:extLst>
          </p:cNvPr>
          <p:cNvSpPr txBox="1"/>
          <p:nvPr/>
        </p:nvSpPr>
        <p:spPr>
          <a:xfrm>
            <a:off x="3611346" y="1361662"/>
            <a:ext cx="426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프로젝트를 선택해주세요</a:t>
            </a:r>
          </a:p>
        </p:txBody>
      </p:sp>
      <p:sp>
        <p:nvSpPr>
          <p:cNvPr id="18" name="순서도: 수행의 시작/종료 17">
            <a:extLst>
              <a:ext uri="{FF2B5EF4-FFF2-40B4-BE49-F238E27FC236}">
                <a16:creationId xmlns:a16="http://schemas.microsoft.com/office/drawing/2014/main" id="{B5C3FCF7-FFA1-7E12-38A4-5158DFBB4D32}"/>
              </a:ext>
            </a:extLst>
          </p:cNvPr>
          <p:cNvSpPr/>
          <p:nvPr/>
        </p:nvSpPr>
        <p:spPr>
          <a:xfrm>
            <a:off x="2051997" y="2163455"/>
            <a:ext cx="5799056" cy="549107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래픽 20" descr="돋보기 단색으로 채워진">
            <a:extLst>
              <a:ext uri="{FF2B5EF4-FFF2-40B4-BE49-F238E27FC236}">
                <a16:creationId xmlns:a16="http://schemas.microsoft.com/office/drawing/2014/main" id="{C11A5F65-FBF0-552F-55CE-CDF6037866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2385" y="2234739"/>
            <a:ext cx="457200" cy="457200"/>
          </a:xfrm>
          <a:prstGeom prst="rect">
            <a:avLst/>
          </a:prstGeom>
        </p:spPr>
      </p:pic>
      <p:pic>
        <p:nvPicPr>
          <p:cNvPr id="23" name="그래픽 22" descr="필터 단색으로 채워진">
            <a:extLst>
              <a:ext uri="{FF2B5EF4-FFF2-40B4-BE49-F238E27FC236}">
                <a16:creationId xmlns:a16="http://schemas.microsoft.com/office/drawing/2014/main" id="{99750C0F-41CF-54BE-F654-8DCBD84945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23752" y="2234739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96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00"/>
    </mc:Choice>
    <mc:Fallback xmlns="">
      <p:transition spd="slow" advTm="295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E7BA5-FB39-BC98-BDFD-8F0C6CC32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604EDD07-6A61-976E-DCA9-B822ED36D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6" y="196553"/>
            <a:ext cx="9504000" cy="360000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II. 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나의 프로젝트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-NE506 Series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3E3D386-4B10-46C0-708C-BADC3E495A5B}"/>
              </a:ext>
            </a:extLst>
          </p:cNvPr>
          <p:cNvSpPr/>
          <p:nvPr/>
        </p:nvSpPr>
        <p:spPr>
          <a:xfrm>
            <a:off x="610482" y="803635"/>
            <a:ext cx="8682087" cy="52507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646A0B0-3220-6E8B-CCBE-343DF40C6890}"/>
              </a:ext>
            </a:extLst>
          </p:cNvPr>
          <p:cNvCxnSpPr>
            <a:cxnSpLocks/>
          </p:cNvCxnSpPr>
          <p:nvPr/>
        </p:nvCxnSpPr>
        <p:spPr>
          <a:xfrm>
            <a:off x="2422689" y="1357460"/>
            <a:ext cx="0" cy="4696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3FF3CFB-2C42-5049-60B7-98F7539BF11B}"/>
              </a:ext>
            </a:extLst>
          </p:cNvPr>
          <p:cNvCxnSpPr/>
          <p:nvPr/>
        </p:nvCxnSpPr>
        <p:spPr>
          <a:xfrm flipH="1">
            <a:off x="610482" y="1357460"/>
            <a:ext cx="18122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0547CD0-F4BD-E87F-D815-06C110A5A8A9}"/>
              </a:ext>
            </a:extLst>
          </p:cNvPr>
          <p:cNvCxnSpPr/>
          <p:nvPr/>
        </p:nvCxnSpPr>
        <p:spPr>
          <a:xfrm flipV="1">
            <a:off x="2422689" y="803635"/>
            <a:ext cx="0" cy="553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4D46CCF-6329-2F93-8AAA-E16C94FFC39E}"/>
              </a:ext>
            </a:extLst>
          </p:cNvPr>
          <p:cNvSpPr txBox="1"/>
          <p:nvPr/>
        </p:nvSpPr>
        <p:spPr>
          <a:xfrm>
            <a:off x="1100677" y="905309"/>
            <a:ext cx="426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NE506/507</a:t>
            </a:r>
            <a:endParaRPr lang="ko-KR" altLang="en-US" dirty="0"/>
          </a:p>
        </p:txBody>
      </p:sp>
      <p:pic>
        <p:nvPicPr>
          <p:cNvPr id="27" name="그래픽 26" descr="(해적선 같은) 배 단색으로 채워진">
            <a:extLst>
              <a:ext uri="{FF2B5EF4-FFF2-40B4-BE49-F238E27FC236}">
                <a16:creationId xmlns:a16="http://schemas.microsoft.com/office/drawing/2014/main" id="{54117E9D-1F94-D7BA-5A9F-43AB551823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798" y="808014"/>
            <a:ext cx="457200" cy="457200"/>
          </a:xfrm>
          <a:prstGeom prst="rect">
            <a:avLst/>
          </a:prstGeom>
        </p:spPr>
      </p:pic>
      <p:sp>
        <p:nvSpPr>
          <p:cNvPr id="28" name="순서도: 수행의 시작/종료 27">
            <a:extLst>
              <a:ext uri="{FF2B5EF4-FFF2-40B4-BE49-F238E27FC236}">
                <a16:creationId xmlns:a16="http://schemas.microsoft.com/office/drawing/2014/main" id="{FB446483-6F91-7FE0-4EF8-6351DEB74C0E}"/>
              </a:ext>
            </a:extLst>
          </p:cNvPr>
          <p:cNvSpPr/>
          <p:nvPr/>
        </p:nvSpPr>
        <p:spPr>
          <a:xfrm>
            <a:off x="922698" y="1616364"/>
            <a:ext cx="1187773" cy="424204"/>
          </a:xfrm>
          <a:prstGeom prst="flowChartTermina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TP</a:t>
            </a:r>
            <a:endParaRPr lang="ko-KR" altLang="en-US" dirty="0"/>
          </a:p>
        </p:txBody>
      </p:sp>
      <p:sp>
        <p:nvSpPr>
          <p:cNvPr id="29" name="순서도: 수행의 시작/종료 28">
            <a:extLst>
              <a:ext uri="{FF2B5EF4-FFF2-40B4-BE49-F238E27FC236}">
                <a16:creationId xmlns:a16="http://schemas.microsoft.com/office/drawing/2014/main" id="{4E43DEAC-7637-F77C-8E23-2508F36A82DC}"/>
              </a:ext>
            </a:extLst>
          </p:cNvPr>
          <p:cNvSpPr/>
          <p:nvPr/>
        </p:nvSpPr>
        <p:spPr>
          <a:xfrm>
            <a:off x="922698" y="2139247"/>
            <a:ext cx="1187773" cy="424204"/>
          </a:xfrm>
          <a:prstGeom prst="flowChartTermina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승인도</a:t>
            </a:r>
          </a:p>
        </p:txBody>
      </p:sp>
      <p:sp>
        <p:nvSpPr>
          <p:cNvPr id="30" name="순서도: 수행의 시작/종료 29">
            <a:extLst>
              <a:ext uri="{FF2B5EF4-FFF2-40B4-BE49-F238E27FC236}">
                <a16:creationId xmlns:a16="http://schemas.microsoft.com/office/drawing/2014/main" id="{1C7F0D01-FD42-9B38-7820-84478F2D2A09}"/>
              </a:ext>
            </a:extLst>
          </p:cNvPr>
          <p:cNvSpPr/>
          <p:nvPr/>
        </p:nvSpPr>
        <p:spPr>
          <a:xfrm>
            <a:off x="922698" y="3912699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선급 승인</a:t>
            </a:r>
          </a:p>
        </p:txBody>
      </p:sp>
      <p:sp>
        <p:nvSpPr>
          <p:cNvPr id="31" name="순서도: 수행의 시작/종료 30">
            <a:extLst>
              <a:ext uri="{FF2B5EF4-FFF2-40B4-BE49-F238E27FC236}">
                <a16:creationId xmlns:a16="http://schemas.microsoft.com/office/drawing/2014/main" id="{A6FE0BBD-9B2A-0C9D-A24D-38FA1FD7D1B6}"/>
              </a:ext>
            </a:extLst>
          </p:cNvPr>
          <p:cNvSpPr/>
          <p:nvPr/>
        </p:nvSpPr>
        <p:spPr>
          <a:xfrm>
            <a:off x="922697" y="4440031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Manual</a:t>
            </a:r>
            <a:endParaRPr lang="ko-KR" altLang="en-US" sz="1600" dirty="0"/>
          </a:p>
        </p:txBody>
      </p:sp>
      <p:sp>
        <p:nvSpPr>
          <p:cNvPr id="32" name="순서도: 수행의 시작/종료 31">
            <a:extLst>
              <a:ext uri="{FF2B5EF4-FFF2-40B4-BE49-F238E27FC236}">
                <a16:creationId xmlns:a16="http://schemas.microsoft.com/office/drawing/2014/main" id="{E534AA40-DAE1-FF82-479F-21C2A3999685}"/>
              </a:ext>
            </a:extLst>
          </p:cNvPr>
          <p:cNvSpPr/>
          <p:nvPr/>
        </p:nvSpPr>
        <p:spPr>
          <a:xfrm>
            <a:off x="2958101" y="5272114"/>
            <a:ext cx="5799056" cy="549107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그래픽 32" descr="돋보기 단색으로 채워진">
            <a:extLst>
              <a:ext uri="{FF2B5EF4-FFF2-40B4-BE49-F238E27FC236}">
                <a16:creationId xmlns:a16="http://schemas.microsoft.com/office/drawing/2014/main" id="{F54432FE-FB4E-9CFB-DF74-5568CE170F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78489" y="5343398"/>
            <a:ext cx="457200" cy="4572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2582E39-7151-7F77-EB24-BC111A8DBB24}"/>
              </a:ext>
            </a:extLst>
          </p:cNvPr>
          <p:cNvSpPr txBox="1"/>
          <p:nvPr/>
        </p:nvSpPr>
        <p:spPr>
          <a:xfrm>
            <a:off x="3935689" y="5373788"/>
            <a:ext cx="426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NE506/507 </a:t>
            </a:r>
            <a:r>
              <a:rPr lang="ko-KR" altLang="en-US" dirty="0"/>
              <a:t>호선 관련 자유로운 대화</a:t>
            </a:r>
          </a:p>
        </p:txBody>
      </p:sp>
      <p:sp>
        <p:nvSpPr>
          <p:cNvPr id="35" name="순서도: 수행의 시작/종료 34">
            <a:extLst>
              <a:ext uri="{FF2B5EF4-FFF2-40B4-BE49-F238E27FC236}">
                <a16:creationId xmlns:a16="http://schemas.microsoft.com/office/drawing/2014/main" id="{F5F10363-FB91-9EB6-D302-FF3DD91BF1B5}"/>
              </a:ext>
            </a:extLst>
          </p:cNvPr>
          <p:cNvSpPr/>
          <p:nvPr/>
        </p:nvSpPr>
        <p:spPr>
          <a:xfrm>
            <a:off x="6772824" y="1173463"/>
            <a:ext cx="2032254" cy="549106"/>
          </a:xfrm>
          <a:prstGeom prst="flowChartTerminato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 대화창에 대해 설명해줘</a:t>
            </a:r>
          </a:p>
        </p:txBody>
      </p:sp>
      <p:sp>
        <p:nvSpPr>
          <p:cNvPr id="36" name="순서도: 수행의 시작/종료 35">
            <a:extLst>
              <a:ext uri="{FF2B5EF4-FFF2-40B4-BE49-F238E27FC236}">
                <a16:creationId xmlns:a16="http://schemas.microsoft.com/office/drawing/2014/main" id="{C944ACB7-F23F-0583-11D5-29E506467878}"/>
              </a:ext>
            </a:extLst>
          </p:cNvPr>
          <p:cNvSpPr/>
          <p:nvPr/>
        </p:nvSpPr>
        <p:spPr>
          <a:xfrm>
            <a:off x="2958101" y="1943335"/>
            <a:ext cx="5799051" cy="2468409"/>
          </a:xfrm>
          <a:prstGeom prst="flowChartTerminato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/>
              <a:t>안녕</a:t>
            </a:r>
            <a:r>
              <a:rPr lang="en-US" altLang="ko-KR" dirty="0"/>
              <a:t>, </a:t>
            </a:r>
            <a:r>
              <a:rPr lang="ko-KR" altLang="en-US" dirty="0"/>
              <a:t>여기서는 자연어를 통하여 프로젝트의 현재 진행 상황과 미리 저장된 당사 장비와 관련된 설명</a:t>
            </a:r>
            <a:r>
              <a:rPr lang="en-US" altLang="ko-KR" dirty="0"/>
              <a:t>, </a:t>
            </a:r>
            <a:r>
              <a:rPr lang="ko-KR" altLang="en-US" dirty="0"/>
              <a:t>선급 룰</a:t>
            </a:r>
            <a:r>
              <a:rPr lang="en-US" altLang="ko-KR" dirty="0"/>
              <a:t>, </a:t>
            </a:r>
            <a:r>
              <a:rPr lang="ko-KR" altLang="en-US" dirty="0"/>
              <a:t>체크리스트 항목 등에 대해 문답할 수 있어</a:t>
            </a:r>
            <a:r>
              <a:rPr lang="en-US" altLang="ko-KR" dirty="0"/>
              <a:t>. </a:t>
            </a:r>
            <a:r>
              <a:rPr lang="ko-KR" altLang="en-US" dirty="0"/>
              <a:t>최근대화는 남에게 보이지 않고 출처로도 사용되지 않으며 전체 프로젝트의 내용</a:t>
            </a:r>
            <a:r>
              <a:rPr lang="en-US" altLang="ko-KR" dirty="0"/>
              <a:t>, </a:t>
            </a:r>
            <a:r>
              <a:rPr lang="ko-KR" altLang="en-US" dirty="0"/>
              <a:t>사전 입력된 당사 장비 정보</a:t>
            </a:r>
            <a:r>
              <a:rPr lang="en-US" altLang="ko-KR" dirty="0"/>
              <a:t>, </a:t>
            </a:r>
            <a:r>
              <a:rPr lang="ko-KR" altLang="en-US" dirty="0"/>
              <a:t>지침내용들이 출처로 사용돼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7" name="순서도: 수행의 시작/종료 36">
            <a:extLst>
              <a:ext uri="{FF2B5EF4-FFF2-40B4-BE49-F238E27FC236}">
                <a16:creationId xmlns:a16="http://schemas.microsoft.com/office/drawing/2014/main" id="{2AF4A7DB-8F61-7912-4A31-CF57F10667B1}"/>
              </a:ext>
            </a:extLst>
          </p:cNvPr>
          <p:cNvSpPr/>
          <p:nvPr/>
        </p:nvSpPr>
        <p:spPr>
          <a:xfrm>
            <a:off x="922698" y="5524112"/>
            <a:ext cx="778150" cy="424204"/>
          </a:xfrm>
          <a:prstGeom prst="flowChartTerminato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최근대화</a:t>
            </a:r>
          </a:p>
        </p:txBody>
      </p:sp>
      <p:pic>
        <p:nvPicPr>
          <p:cNvPr id="39" name="그래픽 38" descr="새로 고침 단색으로 채워진">
            <a:extLst>
              <a:ext uri="{FF2B5EF4-FFF2-40B4-BE49-F238E27FC236}">
                <a16:creationId xmlns:a16="http://schemas.microsoft.com/office/drawing/2014/main" id="{71A2427E-934F-F68E-AA2B-51ED3BACFE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12058" y="5524115"/>
            <a:ext cx="424201" cy="424201"/>
          </a:xfrm>
          <a:prstGeom prst="rect">
            <a:avLst/>
          </a:prstGeom>
        </p:spPr>
      </p:pic>
      <p:sp>
        <p:nvSpPr>
          <p:cNvPr id="40" name="순서도: 수행의 시작/종료 39">
            <a:extLst>
              <a:ext uri="{FF2B5EF4-FFF2-40B4-BE49-F238E27FC236}">
                <a16:creationId xmlns:a16="http://schemas.microsoft.com/office/drawing/2014/main" id="{D95360FC-1F7D-3074-E0C5-5FF27B097BDB}"/>
              </a:ext>
            </a:extLst>
          </p:cNvPr>
          <p:cNvSpPr/>
          <p:nvPr/>
        </p:nvSpPr>
        <p:spPr>
          <a:xfrm>
            <a:off x="922697" y="2662130"/>
            <a:ext cx="1187773" cy="424204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더하기 기호 40">
            <a:extLst>
              <a:ext uri="{FF2B5EF4-FFF2-40B4-BE49-F238E27FC236}">
                <a16:creationId xmlns:a16="http://schemas.microsoft.com/office/drawing/2014/main" id="{C35468E3-E1BD-EDAF-8478-41143BD208BB}"/>
              </a:ext>
            </a:extLst>
          </p:cNvPr>
          <p:cNvSpPr/>
          <p:nvPr/>
        </p:nvSpPr>
        <p:spPr>
          <a:xfrm>
            <a:off x="1315480" y="2659698"/>
            <a:ext cx="402206" cy="40220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559BEC66-8E0B-5212-F805-2425D7E9E160}"/>
              </a:ext>
            </a:extLst>
          </p:cNvPr>
          <p:cNvCxnSpPr/>
          <p:nvPr/>
        </p:nvCxnSpPr>
        <p:spPr>
          <a:xfrm>
            <a:off x="696798" y="3629320"/>
            <a:ext cx="1622196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순서도: 수행의 시작/종료 1">
            <a:extLst>
              <a:ext uri="{FF2B5EF4-FFF2-40B4-BE49-F238E27FC236}">
                <a16:creationId xmlns:a16="http://schemas.microsoft.com/office/drawing/2014/main" id="{762BC54C-49A1-D5B1-28F1-898EB2423BE6}"/>
              </a:ext>
            </a:extLst>
          </p:cNvPr>
          <p:cNvSpPr/>
          <p:nvPr/>
        </p:nvSpPr>
        <p:spPr>
          <a:xfrm>
            <a:off x="922697" y="4981128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Signal List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51763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00"/>
    </mc:Choice>
    <mc:Fallback xmlns="">
      <p:transition spd="slow" advTm="295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9045E-F08E-C743-CFB8-806F78C82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5592B8A1-9031-23F0-E3BE-04570376A334}"/>
              </a:ext>
            </a:extLst>
          </p:cNvPr>
          <p:cNvSpPr/>
          <p:nvPr/>
        </p:nvSpPr>
        <p:spPr>
          <a:xfrm>
            <a:off x="610482" y="803635"/>
            <a:ext cx="8682087" cy="52507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순서도: 수행의 시작/종료 39">
            <a:extLst>
              <a:ext uri="{FF2B5EF4-FFF2-40B4-BE49-F238E27FC236}">
                <a16:creationId xmlns:a16="http://schemas.microsoft.com/office/drawing/2014/main" id="{ADD43699-3375-2526-C566-0D8BAE102AAC}"/>
              </a:ext>
            </a:extLst>
          </p:cNvPr>
          <p:cNvSpPr/>
          <p:nvPr/>
        </p:nvSpPr>
        <p:spPr>
          <a:xfrm>
            <a:off x="922697" y="3331431"/>
            <a:ext cx="1187773" cy="424204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더하기 기호 40">
            <a:extLst>
              <a:ext uri="{FF2B5EF4-FFF2-40B4-BE49-F238E27FC236}">
                <a16:creationId xmlns:a16="http://schemas.microsoft.com/office/drawing/2014/main" id="{F016B257-360E-FC44-831A-6440F89240CA}"/>
              </a:ext>
            </a:extLst>
          </p:cNvPr>
          <p:cNvSpPr/>
          <p:nvPr/>
        </p:nvSpPr>
        <p:spPr>
          <a:xfrm>
            <a:off x="1315480" y="3328999"/>
            <a:ext cx="402206" cy="40220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2CD8D6F-04DA-9ECD-3211-2D22A7D02B7B}"/>
              </a:ext>
            </a:extLst>
          </p:cNvPr>
          <p:cNvSpPr/>
          <p:nvPr/>
        </p:nvSpPr>
        <p:spPr>
          <a:xfrm>
            <a:off x="838986" y="3629320"/>
            <a:ext cx="1397270" cy="1479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26735F85-07F1-BA0C-E728-F6D9114DE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6" y="196553"/>
            <a:ext cx="9504000" cy="360000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II. 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나의 프로젝트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-NE506 Series-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승인도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9A5585D-1673-6BC2-0B78-BCC30766F780}"/>
              </a:ext>
            </a:extLst>
          </p:cNvPr>
          <p:cNvCxnSpPr>
            <a:cxnSpLocks/>
          </p:cNvCxnSpPr>
          <p:nvPr/>
        </p:nvCxnSpPr>
        <p:spPr>
          <a:xfrm>
            <a:off x="2422689" y="1357460"/>
            <a:ext cx="0" cy="4696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22BA074-8D23-2956-A12F-B68907C4487B}"/>
              </a:ext>
            </a:extLst>
          </p:cNvPr>
          <p:cNvCxnSpPr/>
          <p:nvPr/>
        </p:nvCxnSpPr>
        <p:spPr>
          <a:xfrm flipH="1">
            <a:off x="610482" y="1357460"/>
            <a:ext cx="18122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8F28BD3C-3D66-D6BD-3316-B91682DB65BB}"/>
              </a:ext>
            </a:extLst>
          </p:cNvPr>
          <p:cNvCxnSpPr/>
          <p:nvPr/>
        </p:nvCxnSpPr>
        <p:spPr>
          <a:xfrm flipV="1">
            <a:off x="2422689" y="803635"/>
            <a:ext cx="0" cy="553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FC5B282-FAC9-A1BF-8ACF-B67C05F57C21}"/>
              </a:ext>
            </a:extLst>
          </p:cNvPr>
          <p:cNvSpPr txBox="1"/>
          <p:nvPr/>
        </p:nvSpPr>
        <p:spPr>
          <a:xfrm>
            <a:off x="1100677" y="905309"/>
            <a:ext cx="426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NE506/507</a:t>
            </a:r>
            <a:endParaRPr lang="ko-KR" altLang="en-US" dirty="0"/>
          </a:p>
        </p:txBody>
      </p:sp>
      <p:pic>
        <p:nvPicPr>
          <p:cNvPr id="27" name="그래픽 26" descr="(해적선 같은) 배 단색으로 채워진">
            <a:extLst>
              <a:ext uri="{FF2B5EF4-FFF2-40B4-BE49-F238E27FC236}">
                <a16:creationId xmlns:a16="http://schemas.microsoft.com/office/drawing/2014/main" id="{3A061CB5-5EC4-06C9-FD1B-980F52F3D5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798" y="808014"/>
            <a:ext cx="457200" cy="457200"/>
          </a:xfrm>
          <a:prstGeom prst="rect">
            <a:avLst/>
          </a:prstGeom>
        </p:spPr>
      </p:pic>
      <p:sp>
        <p:nvSpPr>
          <p:cNvPr id="28" name="순서도: 수행의 시작/종료 27">
            <a:extLst>
              <a:ext uri="{FF2B5EF4-FFF2-40B4-BE49-F238E27FC236}">
                <a16:creationId xmlns:a16="http://schemas.microsoft.com/office/drawing/2014/main" id="{D2EA1184-D9B6-0EF7-2431-E45A8D740863}"/>
              </a:ext>
            </a:extLst>
          </p:cNvPr>
          <p:cNvSpPr/>
          <p:nvPr/>
        </p:nvSpPr>
        <p:spPr>
          <a:xfrm>
            <a:off x="922698" y="1616364"/>
            <a:ext cx="1187773" cy="424204"/>
          </a:xfrm>
          <a:prstGeom prst="flowChartTermina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TP</a:t>
            </a:r>
            <a:endParaRPr lang="ko-KR" altLang="en-US" dirty="0"/>
          </a:p>
        </p:txBody>
      </p:sp>
      <p:sp>
        <p:nvSpPr>
          <p:cNvPr id="29" name="순서도: 수행의 시작/종료 28">
            <a:extLst>
              <a:ext uri="{FF2B5EF4-FFF2-40B4-BE49-F238E27FC236}">
                <a16:creationId xmlns:a16="http://schemas.microsoft.com/office/drawing/2014/main" id="{F4471195-97BF-66C5-3B62-522632AD609A}"/>
              </a:ext>
            </a:extLst>
          </p:cNvPr>
          <p:cNvSpPr/>
          <p:nvPr/>
        </p:nvSpPr>
        <p:spPr>
          <a:xfrm>
            <a:off x="922698" y="2139247"/>
            <a:ext cx="1187773" cy="424204"/>
          </a:xfrm>
          <a:prstGeom prst="flowChartTermina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승인도</a:t>
            </a:r>
          </a:p>
        </p:txBody>
      </p:sp>
      <p:sp>
        <p:nvSpPr>
          <p:cNvPr id="30" name="순서도: 수행의 시작/종료 29">
            <a:extLst>
              <a:ext uri="{FF2B5EF4-FFF2-40B4-BE49-F238E27FC236}">
                <a16:creationId xmlns:a16="http://schemas.microsoft.com/office/drawing/2014/main" id="{23681505-861F-5D4E-FC29-1C7A9E080CAE}"/>
              </a:ext>
            </a:extLst>
          </p:cNvPr>
          <p:cNvSpPr/>
          <p:nvPr/>
        </p:nvSpPr>
        <p:spPr>
          <a:xfrm>
            <a:off x="922698" y="3912699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선급 승인</a:t>
            </a:r>
          </a:p>
        </p:txBody>
      </p:sp>
      <p:sp>
        <p:nvSpPr>
          <p:cNvPr id="31" name="순서도: 수행의 시작/종료 30">
            <a:extLst>
              <a:ext uri="{FF2B5EF4-FFF2-40B4-BE49-F238E27FC236}">
                <a16:creationId xmlns:a16="http://schemas.microsoft.com/office/drawing/2014/main" id="{F030C1E0-B427-F21F-1801-FFC928A196CF}"/>
              </a:ext>
            </a:extLst>
          </p:cNvPr>
          <p:cNvSpPr/>
          <p:nvPr/>
        </p:nvSpPr>
        <p:spPr>
          <a:xfrm>
            <a:off x="922697" y="4440031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Manual</a:t>
            </a:r>
            <a:endParaRPr lang="ko-KR" altLang="en-US" sz="1600" dirty="0"/>
          </a:p>
        </p:txBody>
      </p:sp>
      <p:sp>
        <p:nvSpPr>
          <p:cNvPr id="32" name="순서도: 수행의 시작/종료 31">
            <a:extLst>
              <a:ext uri="{FF2B5EF4-FFF2-40B4-BE49-F238E27FC236}">
                <a16:creationId xmlns:a16="http://schemas.microsoft.com/office/drawing/2014/main" id="{0D73B575-7827-DB50-487A-2D2BFC46E963}"/>
              </a:ext>
            </a:extLst>
          </p:cNvPr>
          <p:cNvSpPr/>
          <p:nvPr/>
        </p:nvSpPr>
        <p:spPr>
          <a:xfrm>
            <a:off x="2958101" y="5272114"/>
            <a:ext cx="5799056" cy="549107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그래픽 32" descr="돋보기 단색으로 채워진">
            <a:extLst>
              <a:ext uri="{FF2B5EF4-FFF2-40B4-BE49-F238E27FC236}">
                <a16:creationId xmlns:a16="http://schemas.microsoft.com/office/drawing/2014/main" id="{4C45EE13-DFB8-3B26-6034-9AEF084655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78489" y="5343398"/>
            <a:ext cx="457200" cy="4572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A96D127-1DE0-D25E-A7B6-7F674E8137F7}"/>
              </a:ext>
            </a:extLst>
          </p:cNvPr>
          <p:cNvSpPr txBox="1"/>
          <p:nvPr/>
        </p:nvSpPr>
        <p:spPr>
          <a:xfrm>
            <a:off x="3935689" y="5373788"/>
            <a:ext cx="426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NE506/507 </a:t>
            </a:r>
            <a:r>
              <a:rPr lang="ko-KR" altLang="en-US" dirty="0"/>
              <a:t>호선 관련 자유로운 대화</a:t>
            </a:r>
          </a:p>
        </p:txBody>
      </p:sp>
      <p:sp>
        <p:nvSpPr>
          <p:cNvPr id="35" name="순서도: 수행의 시작/종료 34">
            <a:extLst>
              <a:ext uri="{FF2B5EF4-FFF2-40B4-BE49-F238E27FC236}">
                <a16:creationId xmlns:a16="http://schemas.microsoft.com/office/drawing/2014/main" id="{D904DEB8-CFB7-5133-E1FC-7B62D041D707}"/>
              </a:ext>
            </a:extLst>
          </p:cNvPr>
          <p:cNvSpPr/>
          <p:nvPr/>
        </p:nvSpPr>
        <p:spPr>
          <a:xfrm>
            <a:off x="6772824" y="1173463"/>
            <a:ext cx="2032254" cy="549106"/>
          </a:xfrm>
          <a:prstGeom prst="flowChartTerminato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 대화창에 대해 설명해줘</a:t>
            </a:r>
          </a:p>
        </p:txBody>
      </p:sp>
      <p:sp>
        <p:nvSpPr>
          <p:cNvPr id="36" name="순서도: 수행의 시작/종료 35">
            <a:extLst>
              <a:ext uri="{FF2B5EF4-FFF2-40B4-BE49-F238E27FC236}">
                <a16:creationId xmlns:a16="http://schemas.microsoft.com/office/drawing/2014/main" id="{0016B8E5-E0B1-FAB4-9079-09D311305C21}"/>
              </a:ext>
            </a:extLst>
          </p:cNvPr>
          <p:cNvSpPr/>
          <p:nvPr/>
        </p:nvSpPr>
        <p:spPr>
          <a:xfrm>
            <a:off x="2958101" y="1943335"/>
            <a:ext cx="5799051" cy="2468409"/>
          </a:xfrm>
          <a:prstGeom prst="flowChartTerminato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/>
              <a:t>안녕</a:t>
            </a:r>
            <a:r>
              <a:rPr lang="en-US" altLang="ko-KR" dirty="0"/>
              <a:t>, </a:t>
            </a:r>
            <a:r>
              <a:rPr lang="ko-KR" altLang="en-US" dirty="0"/>
              <a:t>여기서는 자연어를 통하여 프로젝트의 현재 진행 상황과 미리 저장된 당사 장비와 관련된 설명</a:t>
            </a:r>
            <a:r>
              <a:rPr lang="en-US" altLang="ko-KR" dirty="0"/>
              <a:t>, </a:t>
            </a:r>
            <a:r>
              <a:rPr lang="ko-KR" altLang="en-US" dirty="0"/>
              <a:t>선급 룰</a:t>
            </a:r>
            <a:r>
              <a:rPr lang="en-US" altLang="ko-KR" dirty="0"/>
              <a:t>, </a:t>
            </a:r>
            <a:r>
              <a:rPr lang="ko-KR" altLang="en-US" dirty="0"/>
              <a:t>체크리스트 항목 등에 대해 문답할 수 있어</a:t>
            </a:r>
            <a:r>
              <a:rPr lang="en-US" altLang="ko-KR" dirty="0"/>
              <a:t>. </a:t>
            </a:r>
            <a:r>
              <a:rPr lang="ko-KR" altLang="en-US" dirty="0"/>
              <a:t>최근대화는 남에게 보이지 않고 출처로도 사용되지 않으며 전체 프로젝트의 내용</a:t>
            </a:r>
            <a:r>
              <a:rPr lang="en-US" altLang="ko-KR" dirty="0"/>
              <a:t>, </a:t>
            </a:r>
            <a:r>
              <a:rPr lang="ko-KR" altLang="en-US" dirty="0"/>
              <a:t>사전 입력된 당사 장비 정보</a:t>
            </a:r>
            <a:r>
              <a:rPr lang="en-US" altLang="ko-KR" dirty="0"/>
              <a:t>, </a:t>
            </a:r>
            <a:r>
              <a:rPr lang="ko-KR" altLang="en-US" dirty="0"/>
              <a:t>지침내용들이 출처로 사용돼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7" name="순서도: 수행의 시작/종료 36">
            <a:extLst>
              <a:ext uri="{FF2B5EF4-FFF2-40B4-BE49-F238E27FC236}">
                <a16:creationId xmlns:a16="http://schemas.microsoft.com/office/drawing/2014/main" id="{57A92613-6F44-62D1-BB7E-F85B514AC55E}"/>
              </a:ext>
            </a:extLst>
          </p:cNvPr>
          <p:cNvSpPr/>
          <p:nvPr/>
        </p:nvSpPr>
        <p:spPr>
          <a:xfrm>
            <a:off x="922698" y="5524112"/>
            <a:ext cx="778150" cy="424204"/>
          </a:xfrm>
          <a:prstGeom prst="flowChartTerminato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최근대화</a:t>
            </a:r>
          </a:p>
        </p:txBody>
      </p:sp>
      <p:pic>
        <p:nvPicPr>
          <p:cNvPr id="39" name="그래픽 38" descr="새로 고침 단색으로 채워진">
            <a:extLst>
              <a:ext uri="{FF2B5EF4-FFF2-40B4-BE49-F238E27FC236}">
                <a16:creationId xmlns:a16="http://schemas.microsoft.com/office/drawing/2014/main" id="{7FBABF01-37AD-BF09-3CF3-8880383E61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12058" y="5524115"/>
            <a:ext cx="424201" cy="424201"/>
          </a:xfrm>
          <a:prstGeom prst="rect">
            <a:avLst/>
          </a:prstGeom>
        </p:spPr>
      </p:pic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0B0FF46-B364-4E96-DB9D-7B834163DB53}"/>
              </a:ext>
            </a:extLst>
          </p:cNvPr>
          <p:cNvCxnSpPr/>
          <p:nvPr/>
        </p:nvCxnSpPr>
        <p:spPr>
          <a:xfrm>
            <a:off x="696798" y="3629320"/>
            <a:ext cx="1622196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865C7BAC-AC8E-F8A4-A6BC-FDB6E8A2E727}"/>
              </a:ext>
            </a:extLst>
          </p:cNvPr>
          <p:cNvSpPr/>
          <p:nvPr/>
        </p:nvSpPr>
        <p:spPr>
          <a:xfrm>
            <a:off x="1307551" y="2643276"/>
            <a:ext cx="786594" cy="280926"/>
          </a:xfrm>
          <a:prstGeom prst="flowChartTermina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err="1"/>
              <a:t>Rev.A</a:t>
            </a:r>
            <a:endParaRPr lang="ko-KR" alt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01A8EE-A293-EFE9-51F9-6B43E4BA6073}"/>
              </a:ext>
            </a:extLst>
          </p:cNvPr>
          <p:cNvSpPr txBox="1"/>
          <p:nvPr/>
        </p:nvSpPr>
        <p:spPr>
          <a:xfrm>
            <a:off x="617421" y="2680984"/>
            <a:ext cx="7231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25.03.17.</a:t>
            </a:r>
            <a:endParaRPr lang="ko-KR" altLang="en-US" sz="1000" dirty="0"/>
          </a:p>
        </p:txBody>
      </p:sp>
      <p:sp>
        <p:nvSpPr>
          <p:cNvPr id="8" name="순서도: 수행의 시작/종료 7">
            <a:extLst>
              <a:ext uri="{FF2B5EF4-FFF2-40B4-BE49-F238E27FC236}">
                <a16:creationId xmlns:a16="http://schemas.microsoft.com/office/drawing/2014/main" id="{C6E2CAD1-406F-F587-B24D-AC67BBF50D4F}"/>
              </a:ext>
            </a:extLst>
          </p:cNvPr>
          <p:cNvSpPr/>
          <p:nvPr/>
        </p:nvSpPr>
        <p:spPr>
          <a:xfrm>
            <a:off x="1308945" y="2984636"/>
            <a:ext cx="786594" cy="280926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9" name="더하기 기호 8">
            <a:extLst>
              <a:ext uri="{FF2B5EF4-FFF2-40B4-BE49-F238E27FC236}">
                <a16:creationId xmlns:a16="http://schemas.microsoft.com/office/drawing/2014/main" id="{D78E2BBF-4229-F915-6102-7015B37D3046}"/>
              </a:ext>
            </a:extLst>
          </p:cNvPr>
          <p:cNvSpPr/>
          <p:nvPr/>
        </p:nvSpPr>
        <p:spPr>
          <a:xfrm>
            <a:off x="1616001" y="3027596"/>
            <a:ext cx="184516" cy="18451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C6A57D79-E4D1-3A95-0DFE-A7863AC93957}"/>
              </a:ext>
            </a:extLst>
          </p:cNvPr>
          <p:cNvSpPr/>
          <p:nvPr/>
        </p:nvSpPr>
        <p:spPr>
          <a:xfrm>
            <a:off x="922697" y="4981128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Signal List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61247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00"/>
    </mc:Choice>
    <mc:Fallback xmlns="">
      <p:transition spd="slow" advTm="295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803F8-B326-06D3-AF58-F858A03A5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AD54B2CE-A974-3A98-E7F0-E26A1B8D6AD2}"/>
              </a:ext>
            </a:extLst>
          </p:cNvPr>
          <p:cNvSpPr/>
          <p:nvPr/>
        </p:nvSpPr>
        <p:spPr>
          <a:xfrm>
            <a:off x="610482" y="803635"/>
            <a:ext cx="8682087" cy="52507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" name="순서도: 수행의 시작/종료 41">
            <a:extLst>
              <a:ext uri="{FF2B5EF4-FFF2-40B4-BE49-F238E27FC236}">
                <a16:creationId xmlns:a16="http://schemas.microsoft.com/office/drawing/2014/main" id="{DA757C24-53D4-93AB-AA78-F11893EB1634}"/>
              </a:ext>
            </a:extLst>
          </p:cNvPr>
          <p:cNvSpPr/>
          <p:nvPr/>
        </p:nvSpPr>
        <p:spPr>
          <a:xfrm>
            <a:off x="922697" y="4981128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Signal List</a:t>
            </a:r>
            <a:endParaRPr lang="ko-KR" altLang="en-US" sz="1600" dirty="0"/>
          </a:p>
        </p:txBody>
      </p:sp>
      <p:sp>
        <p:nvSpPr>
          <p:cNvPr id="40" name="순서도: 수행의 시작/종료 39">
            <a:extLst>
              <a:ext uri="{FF2B5EF4-FFF2-40B4-BE49-F238E27FC236}">
                <a16:creationId xmlns:a16="http://schemas.microsoft.com/office/drawing/2014/main" id="{10CA53DE-B496-6BD9-63AB-0D03DE79F7DE}"/>
              </a:ext>
            </a:extLst>
          </p:cNvPr>
          <p:cNvSpPr/>
          <p:nvPr/>
        </p:nvSpPr>
        <p:spPr>
          <a:xfrm>
            <a:off x="922697" y="3331431"/>
            <a:ext cx="1187773" cy="424204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더하기 기호 40">
            <a:extLst>
              <a:ext uri="{FF2B5EF4-FFF2-40B4-BE49-F238E27FC236}">
                <a16:creationId xmlns:a16="http://schemas.microsoft.com/office/drawing/2014/main" id="{AEBF1AE6-CB8D-7318-484E-6249615F2A3D}"/>
              </a:ext>
            </a:extLst>
          </p:cNvPr>
          <p:cNvSpPr/>
          <p:nvPr/>
        </p:nvSpPr>
        <p:spPr>
          <a:xfrm>
            <a:off x="1315480" y="3328999"/>
            <a:ext cx="402206" cy="40220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E8A20B7-0747-2AD1-F3CB-0A8C446BCCA2}"/>
              </a:ext>
            </a:extLst>
          </p:cNvPr>
          <p:cNvSpPr/>
          <p:nvPr/>
        </p:nvSpPr>
        <p:spPr>
          <a:xfrm>
            <a:off x="838986" y="3629320"/>
            <a:ext cx="1397270" cy="1479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50957C7D-4C2B-6E3F-AF71-06A2FA72D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6" y="196553"/>
            <a:ext cx="9504000" cy="360000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II. 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나의 프로젝트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-NE506 Series-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승인도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6C0FB32-EA65-B46A-FFAF-A1B124DB12A8}"/>
              </a:ext>
            </a:extLst>
          </p:cNvPr>
          <p:cNvCxnSpPr>
            <a:cxnSpLocks/>
          </p:cNvCxnSpPr>
          <p:nvPr/>
        </p:nvCxnSpPr>
        <p:spPr>
          <a:xfrm>
            <a:off x="2422689" y="1357460"/>
            <a:ext cx="0" cy="4696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0911C84-7488-2DE4-650F-795F8777CED1}"/>
              </a:ext>
            </a:extLst>
          </p:cNvPr>
          <p:cNvCxnSpPr/>
          <p:nvPr/>
        </p:nvCxnSpPr>
        <p:spPr>
          <a:xfrm flipH="1">
            <a:off x="610482" y="1357460"/>
            <a:ext cx="18122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18E3FCCD-2748-87CF-75A9-4A7D60B19BD8}"/>
              </a:ext>
            </a:extLst>
          </p:cNvPr>
          <p:cNvCxnSpPr/>
          <p:nvPr/>
        </p:nvCxnSpPr>
        <p:spPr>
          <a:xfrm flipV="1">
            <a:off x="2422689" y="803635"/>
            <a:ext cx="0" cy="553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4E91664-0830-1DD3-70D5-12F5F91138A6}"/>
              </a:ext>
            </a:extLst>
          </p:cNvPr>
          <p:cNvSpPr txBox="1"/>
          <p:nvPr/>
        </p:nvSpPr>
        <p:spPr>
          <a:xfrm>
            <a:off x="1100677" y="905309"/>
            <a:ext cx="426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NE506/507</a:t>
            </a:r>
            <a:endParaRPr lang="ko-KR" altLang="en-US" dirty="0"/>
          </a:p>
        </p:txBody>
      </p:sp>
      <p:pic>
        <p:nvPicPr>
          <p:cNvPr id="27" name="그래픽 26" descr="(해적선 같은) 배 단색으로 채워진">
            <a:extLst>
              <a:ext uri="{FF2B5EF4-FFF2-40B4-BE49-F238E27FC236}">
                <a16:creationId xmlns:a16="http://schemas.microsoft.com/office/drawing/2014/main" id="{9C1757A4-0FD0-DB59-C42C-6E8221AEAF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798" y="808014"/>
            <a:ext cx="457200" cy="457200"/>
          </a:xfrm>
          <a:prstGeom prst="rect">
            <a:avLst/>
          </a:prstGeom>
        </p:spPr>
      </p:pic>
      <p:sp>
        <p:nvSpPr>
          <p:cNvPr id="28" name="순서도: 수행의 시작/종료 27">
            <a:extLst>
              <a:ext uri="{FF2B5EF4-FFF2-40B4-BE49-F238E27FC236}">
                <a16:creationId xmlns:a16="http://schemas.microsoft.com/office/drawing/2014/main" id="{44ABEE84-9E7B-4329-82DD-996081260FE5}"/>
              </a:ext>
            </a:extLst>
          </p:cNvPr>
          <p:cNvSpPr/>
          <p:nvPr/>
        </p:nvSpPr>
        <p:spPr>
          <a:xfrm>
            <a:off x="922698" y="1616364"/>
            <a:ext cx="1187773" cy="424204"/>
          </a:xfrm>
          <a:prstGeom prst="flowChartTermina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TP</a:t>
            </a:r>
            <a:endParaRPr lang="ko-KR" altLang="en-US" dirty="0"/>
          </a:p>
        </p:txBody>
      </p:sp>
      <p:sp>
        <p:nvSpPr>
          <p:cNvPr id="29" name="순서도: 수행의 시작/종료 28">
            <a:extLst>
              <a:ext uri="{FF2B5EF4-FFF2-40B4-BE49-F238E27FC236}">
                <a16:creationId xmlns:a16="http://schemas.microsoft.com/office/drawing/2014/main" id="{6352A9AB-F2B9-05C0-FD4F-B360722D8FDB}"/>
              </a:ext>
            </a:extLst>
          </p:cNvPr>
          <p:cNvSpPr/>
          <p:nvPr/>
        </p:nvSpPr>
        <p:spPr>
          <a:xfrm>
            <a:off x="922698" y="2139247"/>
            <a:ext cx="1187773" cy="424204"/>
          </a:xfrm>
          <a:prstGeom prst="flowChartTermina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승인도</a:t>
            </a:r>
          </a:p>
        </p:txBody>
      </p:sp>
      <p:sp>
        <p:nvSpPr>
          <p:cNvPr id="30" name="순서도: 수행의 시작/종료 29">
            <a:extLst>
              <a:ext uri="{FF2B5EF4-FFF2-40B4-BE49-F238E27FC236}">
                <a16:creationId xmlns:a16="http://schemas.microsoft.com/office/drawing/2014/main" id="{A5ED1802-02A7-A94B-1824-EFEC3BA510E3}"/>
              </a:ext>
            </a:extLst>
          </p:cNvPr>
          <p:cNvSpPr/>
          <p:nvPr/>
        </p:nvSpPr>
        <p:spPr>
          <a:xfrm>
            <a:off x="922698" y="3912699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선급 승인</a:t>
            </a:r>
          </a:p>
        </p:txBody>
      </p:sp>
      <p:sp>
        <p:nvSpPr>
          <p:cNvPr id="31" name="순서도: 수행의 시작/종료 30">
            <a:extLst>
              <a:ext uri="{FF2B5EF4-FFF2-40B4-BE49-F238E27FC236}">
                <a16:creationId xmlns:a16="http://schemas.microsoft.com/office/drawing/2014/main" id="{A6A7064E-B9BE-F1C5-0792-8E8B4675E07C}"/>
              </a:ext>
            </a:extLst>
          </p:cNvPr>
          <p:cNvSpPr/>
          <p:nvPr/>
        </p:nvSpPr>
        <p:spPr>
          <a:xfrm>
            <a:off x="922697" y="4440031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Manual</a:t>
            </a:r>
            <a:endParaRPr lang="ko-KR" altLang="en-US" sz="1600" dirty="0"/>
          </a:p>
        </p:txBody>
      </p:sp>
      <p:sp>
        <p:nvSpPr>
          <p:cNvPr id="32" name="순서도: 수행의 시작/종료 31">
            <a:extLst>
              <a:ext uri="{FF2B5EF4-FFF2-40B4-BE49-F238E27FC236}">
                <a16:creationId xmlns:a16="http://schemas.microsoft.com/office/drawing/2014/main" id="{DF3BEC8D-7079-7139-2619-D077B2DA7581}"/>
              </a:ext>
            </a:extLst>
          </p:cNvPr>
          <p:cNvSpPr/>
          <p:nvPr/>
        </p:nvSpPr>
        <p:spPr>
          <a:xfrm>
            <a:off x="2958101" y="5272114"/>
            <a:ext cx="5799056" cy="549107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그래픽 32" descr="돋보기 단색으로 채워진">
            <a:extLst>
              <a:ext uri="{FF2B5EF4-FFF2-40B4-BE49-F238E27FC236}">
                <a16:creationId xmlns:a16="http://schemas.microsoft.com/office/drawing/2014/main" id="{2107B84E-26F1-5174-B90D-AF7ED14782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78489" y="5343398"/>
            <a:ext cx="457200" cy="4572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1DA5340-E482-8A1D-7616-A67D9709BBE3}"/>
              </a:ext>
            </a:extLst>
          </p:cNvPr>
          <p:cNvSpPr txBox="1"/>
          <p:nvPr/>
        </p:nvSpPr>
        <p:spPr>
          <a:xfrm>
            <a:off x="3935689" y="5373788"/>
            <a:ext cx="426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NE506/507 </a:t>
            </a:r>
            <a:r>
              <a:rPr lang="ko-KR" altLang="en-US" dirty="0"/>
              <a:t>호선 관련 자유로운 대화</a:t>
            </a:r>
          </a:p>
        </p:txBody>
      </p:sp>
      <p:sp>
        <p:nvSpPr>
          <p:cNvPr id="35" name="순서도: 수행의 시작/종료 34">
            <a:extLst>
              <a:ext uri="{FF2B5EF4-FFF2-40B4-BE49-F238E27FC236}">
                <a16:creationId xmlns:a16="http://schemas.microsoft.com/office/drawing/2014/main" id="{FCA4CE69-8995-184D-F5B1-593140A8D700}"/>
              </a:ext>
            </a:extLst>
          </p:cNvPr>
          <p:cNvSpPr/>
          <p:nvPr/>
        </p:nvSpPr>
        <p:spPr>
          <a:xfrm>
            <a:off x="6772824" y="1173463"/>
            <a:ext cx="2032254" cy="549106"/>
          </a:xfrm>
          <a:prstGeom prst="flowChartTerminato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 대화창에 대해 설명해줘</a:t>
            </a:r>
          </a:p>
        </p:txBody>
      </p:sp>
      <p:sp>
        <p:nvSpPr>
          <p:cNvPr id="36" name="순서도: 수행의 시작/종료 35">
            <a:extLst>
              <a:ext uri="{FF2B5EF4-FFF2-40B4-BE49-F238E27FC236}">
                <a16:creationId xmlns:a16="http://schemas.microsoft.com/office/drawing/2014/main" id="{43060045-729B-3EF4-A44D-48BC8EE529B6}"/>
              </a:ext>
            </a:extLst>
          </p:cNvPr>
          <p:cNvSpPr/>
          <p:nvPr/>
        </p:nvSpPr>
        <p:spPr>
          <a:xfrm>
            <a:off x="2958101" y="1943335"/>
            <a:ext cx="5799051" cy="2468409"/>
          </a:xfrm>
          <a:prstGeom prst="flowChartTerminato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/>
              <a:t>안녕</a:t>
            </a:r>
            <a:r>
              <a:rPr lang="en-US" altLang="ko-KR" dirty="0"/>
              <a:t>, </a:t>
            </a:r>
            <a:r>
              <a:rPr lang="ko-KR" altLang="en-US" dirty="0"/>
              <a:t>여기서는 자연어를 통하여 프로젝트의 현재 진행 상황과 미리 저장된 당사 장비와 관련된 설명</a:t>
            </a:r>
            <a:r>
              <a:rPr lang="en-US" altLang="ko-KR" dirty="0"/>
              <a:t>, </a:t>
            </a:r>
            <a:r>
              <a:rPr lang="ko-KR" altLang="en-US" dirty="0"/>
              <a:t>선급 룰</a:t>
            </a:r>
            <a:r>
              <a:rPr lang="en-US" altLang="ko-KR" dirty="0"/>
              <a:t>, </a:t>
            </a:r>
            <a:r>
              <a:rPr lang="ko-KR" altLang="en-US" dirty="0"/>
              <a:t>체크리스트 항목 등에 대해 문답할 수 있어</a:t>
            </a:r>
            <a:r>
              <a:rPr lang="en-US" altLang="ko-KR" dirty="0"/>
              <a:t>. </a:t>
            </a:r>
            <a:r>
              <a:rPr lang="ko-KR" altLang="en-US" dirty="0"/>
              <a:t>최근대화는 남에게 보이지 않고 출처로도 사용되지 않으며 전체 프로젝트의 내용</a:t>
            </a:r>
            <a:r>
              <a:rPr lang="en-US" altLang="ko-KR" dirty="0"/>
              <a:t>, </a:t>
            </a:r>
            <a:r>
              <a:rPr lang="ko-KR" altLang="en-US" dirty="0"/>
              <a:t>사전 입력된 당사 장비 정보</a:t>
            </a:r>
            <a:r>
              <a:rPr lang="en-US" altLang="ko-KR" dirty="0"/>
              <a:t>, </a:t>
            </a:r>
            <a:r>
              <a:rPr lang="ko-KR" altLang="en-US" dirty="0"/>
              <a:t>지침내용들이 출처로 사용돼</a:t>
            </a:r>
          </a:p>
        </p:txBody>
      </p:sp>
      <p:sp>
        <p:nvSpPr>
          <p:cNvPr id="37" name="순서도: 수행의 시작/종료 36">
            <a:extLst>
              <a:ext uri="{FF2B5EF4-FFF2-40B4-BE49-F238E27FC236}">
                <a16:creationId xmlns:a16="http://schemas.microsoft.com/office/drawing/2014/main" id="{9386107B-3894-320E-AB10-5B623F5286F9}"/>
              </a:ext>
            </a:extLst>
          </p:cNvPr>
          <p:cNvSpPr/>
          <p:nvPr/>
        </p:nvSpPr>
        <p:spPr>
          <a:xfrm>
            <a:off x="922698" y="5524112"/>
            <a:ext cx="778150" cy="424204"/>
          </a:xfrm>
          <a:prstGeom prst="flowChartTerminato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최근대화</a:t>
            </a:r>
          </a:p>
        </p:txBody>
      </p:sp>
      <p:pic>
        <p:nvPicPr>
          <p:cNvPr id="39" name="그래픽 38" descr="새로 고침 단색으로 채워진">
            <a:extLst>
              <a:ext uri="{FF2B5EF4-FFF2-40B4-BE49-F238E27FC236}">
                <a16:creationId xmlns:a16="http://schemas.microsoft.com/office/drawing/2014/main" id="{8A2215A7-7BC2-D3D7-FAA4-4A7EC244D1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12058" y="5524115"/>
            <a:ext cx="424201" cy="424201"/>
          </a:xfrm>
          <a:prstGeom prst="rect">
            <a:avLst/>
          </a:prstGeom>
        </p:spPr>
      </p:pic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5C2B3D4C-6F45-D50F-4052-BE45D15F68A1}"/>
              </a:ext>
            </a:extLst>
          </p:cNvPr>
          <p:cNvCxnSpPr/>
          <p:nvPr/>
        </p:nvCxnSpPr>
        <p:spPr>
          <a:xfrm>
            <a:off x="696798" y="3629320"/>
            <a:ext cx="1622196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43BD6DE-AF12-C538-6C57-B52A74BEC8BB}"/>
              </a:ext>
            </a:extLst>
          </p:cNvPr>
          <p:cNvSpPr/>
          <p:nvPr/>
        </p:nvSpPr>
        <p:spPr>
          <a:xfrm>
            <a:off x="1307551" y="2643276"/>
            <a:ext cx="786594" cy="280926"/>
          </a:xfrm>
          <a:prstGeom prst="flowChartTermina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err="1"/>
              <a:t>Rev.A</a:t>
            </a:r>
            <a:endParaRPr lang="ko-KR" alt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4022F8-676E-C479-78FD-1CC8CDFA978C}"/>
              </a:ext>
            </a:extLst>
          </p:cNvPr>
          <p:cNvSpPr txBox="1"/>
          <p:nvPr/>
        </p:nvSpPr>
        <p:spPr>
          <a:xfrm>
            <a:off x="617421" y="2680984"/>
            <a:ext cx="7231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25.03.17.</a:t>
            </a:r>
            <a:endParaRPr lang="ko-KR" altLang="en-US" sz="1000" dirty="0"/>
          </a:p>
        </p:txBody>
      </p:sp>
      <p:sp>
        <p:nvSpPr>
          <p:cNvPr id="8" name="순서도: 수행의 시작/종료 7">
            <a:extLst>
              <a:ext uri="{FF2B5EF4-FFF2-40B4-BE49-F238E27FC236}">
                <a16:creationId xmlns:a16="http://schemas.microsoft.com/office/drawing/2014/main" id="{26B00A14-8D5B-B728-F79C-70EEE3D48E59}"/>
              </a:ext>
            </a:extLst>
          </p:cNvPr>
          <p:cNvSpPr/>
          <p:nvPr/>
        </p:nvSpPr>
        <p:spPr>
          <a:xfrm>
            <a:off x="1308945" y="2984636"/>
            <a:ext cx="786594" cy="280926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9" name="더하기 기호 8">
            <a:extLst>
              <a:ext uri="{FF2B5EF4-FFF2-40B4-BE49-F238E27FC236}">
                <a16:creationId xmlns:a16="http://schemas.microsoft.com/office/drawing/2014/main" id="{313B46C8-BA1A-170F-2D20-67B33C10BBF2}"/>
              </a:ext>
            </a:extLst>
          </p:cNvPr>
          <p:cNvSpPr/>
          <p:nvPr/>
        </p:nvSpPr>
        <p:spPr>
          <a:xfrm>
            <a:off x="1616001" y="3027596"/>
            <a:ext cx="184516" cy="18451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더하기 기호 3">
            <a:extLst>
              <a:ext uri="{FF2B5EF4-FFF2-40B4-BE49-F238E27FC236}">
                <a16:creationId xmlns:a16="http://schemas.microsoft.com/office/drawing/2014/main" id="{6FE0DE3D-900C-72EF-1A60-56D575178ED5}"/>
              </a:ext>
            </a:extLst>
          </p:cNvPr>
          <p:cNvSpPr/>
          <p:nvPr/>
        </p:nvSpPr>
        <p:spPr>
          <a:xfrm>
            <a:off x="4164885" y="192174"/>
            <a:ext cx="360000" cy="360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1355906-1901-48A6-8AE6-1DD1A5F250F9}"/>
              </a:ext>
            </a:extLst>
          </p:cNvPr>
          <p:cNvSpPr/>
          <p:nvPr/>
        </p:nvSpPr>
        <p:spPr>
          <a:xfrm>
            <a:off x="617421" y="812727"/>
            <a:ext cx="8685036" cy="5246351"/>
          </a:xfrm>
          <a:prstGeom prst="rect">
            <a:avLst/>
          </a:prstGeom>
          <a:solidFill>
            <a:schemeClr val="tx1">
              <a:lumMod val="50000"/>
              <a:lumOff val="5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8C8442F-2BA5-7F2C-9229-97FFEEABEDFA}"/>
              </a:ext>
            </a:extLst>
          </p:cNvPr>
          <p:cNvSpPr/>
          <p:nvPr/>
        </p:nvSpPr>
        <p:spPr>
          <a:xfrm>
            <a:off x="1424304" y="1206364"/>
            <a:ext cx="7147614" cy="47419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순서도: 수행의 시작/종료 11">
            <a:extLst>
              <a:ext uri="{FF2B5EF4-FFF2-40B4-BE49-F238E27FC236}">
                <a16:creationId xmlns:a16="http://schemas.microsoft.com/office/drawing/2014/main" id="{C84E7DF9-ECE9-783E-810C-C565D2685A23}"/>
              </a:ext>
            </a:extLst>
          </p:cNvPr>
          <p:cNvSpPr/>
          <p:nvPr/>
        </p:nvSpPr>
        <p:spPr>
          <a:xfrm>
            <a:off x="1684203" y="1531121"/>
            <a:ext cx="1040738" cy="366087"/>
          </a:xfrm>
          <a:prstGeom prst="flowChartTerminator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조선소 코멘트</a:t>
            </a:r>
          </a:p>
        </p:txBody>
      </p:sp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id="{14ADC0EA-7DBE-D500-6998-FE6A2B2927A3}"/>
              </a:ext>
            </a:extLst>
          </p:cNvPr>
          <p:cNvSpPr/>
          <p:nvPr/>
        </p:nvSpPr>
        <p:spPr>
          <a:xfrm>
            <a:off x="2848957" y="1546400"/>
            <a:ext cx="1040738" cy="36608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Rev. </a:t>
            </a:r>
            <a:r>
              <a:rPr lang="ko-KR" altLang="en-US" sz="1000" dirty="0"/>
              <a:t>개정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F41C92-A310-B3BE-0FD8-616DB56E655C}"/>
              </a:ext>
            </a:extLst>
          </p:cNvPr>
          <p:cNvSpPr txBox="1"/>
          <p:nvPr/>
        </p:nvSpPr>
        <p:spPr>
          <a:xfrm>
            <a:off x="1655431" y="2091905"/>
            <a:ext cx="7865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Rev. </a:t>
            </a:r>
            <a:r>
              <a:rPr lang="ko-KR" altLang="en-US" sz="1000" dirty="0"/>
              <a:t>번호</a:t>
            </a: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36ADBA40-E883-0A11-1FDF-3A0DFCD20D70}"/>
              </a:ext>
            </a:extLst>
          </p:cNvPr>
          <p:cNvSpPr/>
          <p:nvPr/>
        </p:nvSpPr>
        <p:spPr>
          <a:xfrm>
            <a:off x="2365273" y="2106279"/>
            <a:ext cx="223193" cy="21453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ED374B-ECA7-B289-FB40-0382B8654697}"/>
              </a:ext>
            </a:extLst>
          </p:cNvPr>
          <p:cNvSpPr txBox="1"/>
          <p:nvPr/>
        </p:nvSpPr>
        <p:spPr>
          <a:xfrm>
            <a:off x="1655430" y="2428706"/>
            <a:ext cx="5525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조선소 요청사항</a:t>
            </a:r>
            <a:r>
              <a:rPr lang="en-US" altLang="ko-KR" sz="1000" dirty="0"/>
              <a:t>/ P&amp;ID </a:t>
            </a:r>
            <a:r>
              <a:rPr lang="ko-KR" altLang="en-US" sz="1000" dirty="0"/>
              <a:t>수정 경위</a:t>
            </a:r>
            <a:r>
              <a:rPr lang="en-US" altLang="ko-KR" sz="1000" dirty="0"/>
              <a:t> </a:t>
            </a:r>
            <a:endParaRPr lang="ko-KR" altLang="en-US" sz="1000" dirty="0"/>
          </a:p>
        </p:txBody>
      </p:sp>
      <p:sp>
        <p:nvSpPr>
          <p:cNvPr id="20" name="순서도: 대체 처리 19">
            <a:extLst>
              <a:ext uri="{FF2B5EF4-FFF2-40B4-BE49-F238E27FC236}">
                <a16:creationId xmlns:a16="http://schemas.microsoft.com/office/drawing/2014/main" id="{F2DD9C9F-9D8C-1039-69B7-CB3518F8488A}"/>
              </a:ext>
            </a:extLst>
          </p:cNvPr>
          <p:cNvSpPr/>
          <p:nvPr/>
        </p:nvSpPr>
        <p:spPr>
          <a:xfrm>
            <a:off x="1800517" y="2674927"/>
            <a:ext cx="6404634" cy="370995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더하기 기호 20">
            <a:extLst>
              <a:ext uri="{FF2B5EF4-FFF2-40B4-BE49-F238E27FC236}">
                <a16:creationId xmlns:a16="http://schemas.microsoft.com/office/drawing/2014/main" id="{512D2E82-09E8-663B-098C-87E9084B6277}"/>
              </a:ext>
            </a:extLst>
          </p:cNvPr>
          <p:cNvSpPr/>
          <p:nvPr/>
        </p:nvSpPr>
        <p:spPr>
          <a:xfrm>
            <a:off x="4833530" y="2737799"/>
            <a:ext cx="238940" cy="238940"/>
          </a:xfrm>
          <a:prstGeom prst="mathPlus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순서도: 대체 처리 21">
            <a:extLst>
              <a:ext uri="{FF2B5EF4-FFF2-40B4-BE49-F238E27FC236}">
                <a16:creationId xmlns:a16="http://schemas.microsoft.com/office/drawing/2014/main" id="{24EEC360-1550-87A7-DE1A-085B8628DF97}"/>
              </a:ext>
            </a:extLst>
          </p:cNvPr>
          <p:cNvSpPr/>
          <p:nvPr/>
        </p:nvSpPr>
        <p:spPr>
          <a:xfrm>
            <a:off x="1800517" y="3153989"/>
            <a:ext cx="6404634" cy="68312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684F05-4F79-D0A1-0402-2683296DC204}"/>
              </a:ext>
            </a:extLst>
          </p:cNvPr>
          <p:cNvSpPr txBox="1"/>
          <p:nvPr/>
        </p:nvSpPr>
        <p:spPr>
          <a:xfrm>
            <a:off x="1639472" y="3974589"/>
            <a:ext cx="5525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P&amp;ID </a:t>
            </a:r>
            <a:r>
              <a:rPr lang="ko-KR" altLang="en-US" sz="1000" dirty="0"/>
              <a:t>수정 내용</a:t>
            </a:r>
          </a:p>
        </p:txBody>
      </p:sp>
      <p:sp>
        <p:nvSpPr>
          <p:cNvPr id="26" name="순서도: 대체 처리 25">
            <a:extLst>
              <a:ext uri="{FF2B5EF4-FFF2-40B4-BE49-F238E27FC236}">
                <a16:creationId xmlns:a16="http://schemas.microsoft.com/office/drawing/2014/main" id="{916B08F0-30ED-8F20-F669-AF7F000143B8}"/>
              </a:ext>
            </a:extLst>
          </p:cNvPr>
          <p:cNvSpPr/>
          <p:nvPr/>
        </p:nvSpPr>
        <p:spPr>
          <a:xfrm>
            <a:off x="1784559" y="4220810"/>
            <a:ext cx="6404634" cy="370995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더하기 기호 37">
            <a:extLst>
              <a:ext uri="{FF2B5EF4-FFF2-40B4-BE49-F238E27FC236}">
                <a16:creationId xmlns:a16="http://schemas.microsoft.com/office/drawing/2014/main" id="{94120826-9E94-CCF3-BDDF-7623C0997FCA}"/>
              </a:ext>
            </a:extLst>
          </p:cNvPr>
          <p:cNvSpPr/>
          <p:nvPr/>
        </p:nvSpPr>
        <p:spPr>
          <a:xfrm>
            <a:off x="4817572" y="4283682"/>
            <a:ext cx="238940" cy="238940"/>
          </a:xfrm>
          <a:prstGeom prst="mathPlus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순서도: 대체 처리 42">
            <a:extLst>
              <a:ext uri="{FF2B5EF4-FFF2-40B4-BE49-F238E27FC236}">
                <a16:creationId xmlns:a16="http://schemas.microsoft.com/office/drawing/2014/main" id="{86EDA566-F182-513F-B3D1-889C7CDD5F74}"/>
              </a:ext>
            </a:extLst>
          </p:cNvPr>
          <p:cNvSpPr/>
          <p:nvPr/>
        </p:nvSpPr>
        <p:spPr>
          <a:xfrm>
            <a:off x="1784559" y="4699872"/>
            <a:ext cx="6404634" cy="68312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순서도: 수행의 시작/종료 43">
            <a:extLst>
              <a:ext uri="{FF2B5EF4-FFF2-40B4-BE49-F238E27FC236}">
                <a16:creationId xmlns:a16="http://schemas.microsoft.com/office/drawing/2014/main" id="{9CE7F890-7C32-1E39-EE3A-A8C019C29461}"/>
              </a:ext>
            </a:extLst>
          </p:cNvPr>
          <p:cNvSpPr/>
          <p:nvPr/>
        </p:nvSpPr>
        <p:spPr>
          <a:xfrm>
            <a:off x="4431156" y="5467663"/>
            <a:ext cx="1040738" cy="366087"/>
          </a:xfrm>
          <a:prstGeom prst="flowChartTerminator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상신하기</a:t>
            </a:r>
          </a:p>
        </p:txBody>
      </p:sp>
    </p:spTree>
    <p:extLst>
      <p:ext uri="{BB962C8B-B14F-4D97-AF65-F5344CB8AC3E}">
        <p14:creationId xmlns:p14="http://schemas.microsoft.com/office/powerpoint/2010/main" val="145848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00"/>
    </mc:Choice>
    <mc:Fallback xmlns="">
      <p:transition spd="slow" advTm="295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8FD85-530E-8D25-EC35-F27DE6E6B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2FBBC706-FBA5-1F97-4E70-69721EBCF33E}"/>
              </a:ext>
            </a:extLst>
          </p:cNvPr>
          <p:cNvSpPr/>
          <p:nvPr/>
        </p:nvSpPr>
        <p:spPr>
          <a:xfrm>
            <a:off x="610482" y="803635"/>
            <a:ext cx="8682087" cy="52507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순서도: 수행의 시작/종료 20">
            <a:extLst>
              <a:ext uri="{FF2B5EF4-FFF2-40B4-BE49-F238E27FC236}">
                <a16:creationId xmlns:a16="http://schemas.microsoft.com/office/drawing/2014/main" id="{DD7B89A2-4F9A-693A-5087-52D4E1C92673}"/>
              </a:ext>
            </a:extLst>
          </p:cNvPr>
          <p:cNvSpPr/>
          <p:nvPr/>
        </p:nvSpPr>
        <p:spPr>
          <a:xfrm>
            <a:off x="922697" y="4981128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Signal List</a:t>
            </a:r>
            <a:endParaRPr lang="ko-KR" altLang="en-US" sz="1600" dirty="0"/>
          </a:p>
        </p:txBody>
      </p:sp>
      <p:sp>
        <p:nvSpPr>
          <p:cNvPr id="40" name="순서도: 수행의 시작/종료 39">
            <a:extLst>
              <a:ext uri="{FF2B5EF4-FFF2-40B4-BE49-F238E27FC236}">
                <a16:creationId xmlns:a16="http://schemas.microsoft.com/office/drawing/2014/main" id="{B563DA80-5B5E-0275-9C1D-04F03BAAFE45}"/>
              </a:ext>
            </a:extLst>
          </p:cNvPr>
          <p:cNvSpPr/>
          <p:nvPr/>
        </p:nvSpPr>
        <p:spPr>
          <a:xfrm>
            <a:off x="922697" y="3331431"/>
            <a:ext cx="1187773" cy="424204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더하기 기호 40">
            <a:extLst>
              <a:ext uri="{FF2B5EF4-FFF2-40B4-BE49-F238E27FC236}">
                <a16:creationId xmlns:a16="http://schemas.microsoft.com/office/drawing/2014/main" id="{04DABC5A-B6B8-26CA-B0C4-B97F7E2185B8}"/>
              </a:ext>
            </a:extLst>
          </p:cNvPr>
          <p:cNvSpPr/>
          <p:nvPr/>
        </p:nvSpPr>
        <p:spPr>
          <a:xfrm>
            <a:off x="1315480" y="3328999"/>
            <a:ext cx="402206" cy="40220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07A3C85-DD59-E324-A283-79613476DBB0}"/>
              </a:ext>
            </a:extLst>
          </p:cNvPr>
          <p:cNvSpPr/>
          <p:nvPr/>
        </p:nvSpPr>
        <p:spPr>
          <a:xfrm>
            <a:off x="838986" y="3629320"/>
            <a:ext cx="1397270" cy="1479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D37F4FA6-271D-5493-9DB5-9C3A09F4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6" y="196553"/>
            <a:ext cx="9504000" cy="360000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II. 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나의 프로젝트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-NE506 Series-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승인도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856AD14-9978-FBFA-0D76-9B0A383253F4}"/>
              </a:ext>
            </a:extLst>
          </p:cNvPr>
          <p:cNvCxnSpPr>
            <a:cxnSpLocks/>
          </p:cNvCxnSpPr>
          <p:nvPr/>
        </p:nvCxnSpPr>
        <p:spPr>
          <a:xfrm>
            <a:off x="2422689" y="1357460"/>
            <a:ext cx="0" cy="4696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04A8514-CFF0-5B6F-80F8-2EAA87C57AD1}"/>
              </a:ext>
            </a:extLst>
          </p:cNvPr>
          <p:cNvCxnSpPr/>
          <p:nvPr/>
        </p:nvCxnSpPr>
        <p:spPr>
          <a:xfrm flipH="1">
            <a:off x="610482" y="1357460"/>
            <a:ext cx="18122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871619F-ADDB-8450-F8BC-4D6FE713E7E1}"/>
              </a:ext>
            </a:extLst>
          </p:cNvPr>
          <p:cNvCxnSpPr/>
          <p:nvPr/>
        </p:nvCxnSpPr>
        <p:spPr>
          <a:xfrm flipV="1">
            <a:off x="2422689" y="803635"/>
            <a:ext cx="0" cy="553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3EAF71D-AC7C-96D5-826E-6E0362B1B062}"/>
              </a:ext>
            </a:extLst>
          </p:cNvPr>
          <p:cNvSpPr txBox="1"/>
          <p:nvPr/>
        </p:nvSpPr>
        <p:spPr>
          <a:xfrm>
            <a:off x="1100677" y="905309"/>
            <a:ext cx="426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NE506/507</a:t>
            </a:r>
            <a:endParaRPr lang="ko-KR" altLang="en-US" dirty="0"/>
          </a:p>
        </p:txBody>
      </p:sp>
      <p:pic>
        <p:nvPicPr>
          <p:cNvPr id="27" name="그래픽 26" descr="(해적선 같은) 배 단색으로 채워진">
            <a:extLst>
              <a:ext uri="{FF2B5EF4-FFF2-40B4-BE49-F238E27FC236}">
                <a16:creationId xmlns:a16="http://schemas.microsoft.com/office/drawing/2014/main" id="{74BBFFAF-B370-91BE-0CF3-1B470FFFBE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798" y="808014"/>
            <a:ext cx="457200" cy="457200"/>
          </a:xfrm>
          <a:prstGeom prst="rect">
            <a:avLst/>
          </a:prstGeom>
        </p:spPr>
      </p:pic>
      <p:sp>
        <p:nvSpPr>
          <p:cNvPr id="28" name="순서도: 수행의 시작/종료 27">
            <a:extLst>
              <a:ext uri="{FF2B5EF4-FFF2-40B4-BE49-F238E27FC236}">
                <a16:creationId xmlns:a16="http://schemas.microsoft.com/office/drawing/2014/main" id="{5D2FA11A-A7D0-C75E-9AC8-4A8082955629}"/>
              </a:ext>
            </a:extLst>
          </p:cNvPr>
          <p:cNvSpPr/>
          <p:nvPr/>
        </p:nvSpPr>
        <p:spPr>
          <a:xfrm>
            <a:off x="922698" y="1616364"/>
            <a:ext cx="1187773" cy="424204"/>
          </a:xfrm>
          <a:prstGeom prst="flowChartTermina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TP</a:t>
            </a:r>
            <a:endParaRPr lang="ko-KR" altLang="en-US" dirty="0"/>
          </a:p>
        </p:txBody>
      </p:sp>
      <p:sp>
        <p:nvSpPr>
          <p:cNvPr id="29" name="순서도: 수행의 시작/종료 28">
            <a:extLst>
              <a:ext uri="{FF2B5EF4-FFF2-40B4-BE49-F238E27FC236}">
                <a16:creationId xmlns:a16="http://schemas.microsoft.com/office/drawing/2014/main" id="{C394B57D-F8EF-25A6-84DA-AD633061B6B4}"/>
              </a:ext>
            </a:extLst>
          </p:cNvPr>
          <p:cNvSpPr/>
          <p:nvPr/>
        </p:nvSpPr>
        <p:spPr>
          <a:xfrm>
            <a:off x="922698" y="2139247"/>
            <a:ext cx="1187773" cy="424204"/>
          </a:xfrm>
          <a:prstGeom prst="flowChartTermina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승인도</a:t>
            </a:r>
          </a:p>
        </p:txBody>
      </p:sp>
      <p:sp>
        <p:nvSpPr>
          <p:cNvPr id="30" name="순서도: 수행의 시작/종료 29">
            <a:extLst>
              <a:ext uri="{FF2B5EF4-FFF2-40B4-BE49-F238E27FC236}">
                <a16:creationId xmlns:a16="http://schemas.microsoft.com/office/drawing/2014/main" id="{4409B113-21E9-C1F8-1C31-9D85A6C7C525}"/>
              </a:ext>
            </a:extLst>
          </p:cNvPr>
          <p:cNvSpPr/>
          <p:nvPr/>
        </p:nvSpPr>
        <p:spPr>
          <a:xfrm>
            <a:off x="922698" y="3912699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선급 승인</a:t>
            </a:r>
          </a:p>
        </p:txBody>
      </p:sp>
      <p:sp>
        <p:nvSpPr>
          <p:cNvPr id="31" name="순서도: 수행의 시작/종료 30">
            <a:extLst>
              <a:ext uri="{FF2B5EF4-FFF2-40B4-BE49-F238E27FC236}">
                <a16:creationId xmlns:a16="http://schemas.microsoft.com/office/drawing/2014/main" id="{BA4427C8-511C-9BF0-7CFA-77947D367231}"/>
              </a:ext>
            </a:extLst>
          </p:cNvPr>
          <p:cNvSpPr/>
          <p:nvPr/>
        </p:nvSpPr>
        <p:spPr>
          <a:xfrm>
            <a:off x="922697" y="4440031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Manual</a:t>
            </a:r>
            <a:endParaRPr lang="ko-KR" altLang="en-US" sz="1600" dirty="0"/>
          </a:p>
        </p:txBody>
      </p:sp>
      <p:sp>
        <p:nvSpPr>
          <p:cNvPr id="32" name="순서도: 수행의 시작/종료 31">
            <a:extLst>
              <a:ext uri="{FF2B5EF4-FFF2-40B4-BE49-F238E27FC236}">
                <a16:creationId xmlns:a16="http://schemas.microsoft.com/office/drawing/2014/main" id="{3E6D813E-CD73-B3E3-3127-096D57BCFB09}"/>
              </a:ext>
            </a:extLst>
          </p:cNvPr>
          <p:cNvSpPr/>
          <p:nvPr/>
        </p:nvSpPr>
        <p:spPr>
          <a:xfrm>
            <a:off x="2958101" y="5272114"/>
            <a:ext cx="5799056" cy="549107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그래픽 32" descr="돋보기 단색으로 채워진">
            <a:extLst>
              <a:ext uri="{FF2B5EF4-FFF2-40B4-BE49-F238E27FC236}">
                <a16:creationId xmlns:a16="http://schemas.microsoft.com/office/drawing/2014/main" id="{9CC3DA98-C41C-39F0-29A2-B5FB99C43E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78489" y="5343398"/>
            <a:ext cx="457200" cy="4572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E0EE7CE-1F07-7BD8-F963-CEC5551C3161}"/>
              </a:ext>
            </a:extLst>
          </p:cNvPr>
          <p:cNvSpPr txBox="1"/>
          <p:nvPr/>
        </p:nvSpPr>
        <p:spPr>
          <a:xfrm>
            <a:off x="3935689" y="5373788"/>
            <a:ext cx="426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NE506/507 </a:t>
            </a:r>
            <a:r>
              <a:rPr lang="ko-KR" altLang="en-US" dirty="0"/>
              <a:t>호선 관련 자유로운 대화</a:t>
            </a:r>
          </a:p>
        </p:txBody>
      </p:sp>
      <p:sp>
        <p:nvSpPr>
          <p:cNvPr id="35" name="순서도: 수행의 시작/종료 34">
            <a:extLst>
              <a:ext uri="{FF2B5EF4-FFF2-40B4-BE49-F238E27FC236}">
                <a16:creationId xmlns:a16="http://schemas.microsoft.com/office/drawing/2014/main" id="{E6B13BBE-8793-9965-9569-DB71D490BB93}"/>
              </a:ext>
            </a:extLst>
          </p:cNvPr>
          <p:cNvSpPr/>
          <p:nvPr/>
        </p:nvSpPr>
        <p:spPr>
          <a:xfrm>
            <a:off x="6772824" y="1173463"/>
            <a:ext cx="2032254" cy="549106"/>
          </a:xfrm>
          <a:prstGeom prst="flowChartTerminato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 대화창에 대해 설명해줘</a:t>
            </a:r>
          </a:p>
        </p:txBody>
      </p:sp>
      <p:sp>
        <p:nvSpPr>
          <p:cNvPr id="36" name="순서도: 수행의 시작/종료 35">
            <a:extLst>
              <a:ext uri="{FF2B5EF4-FFF2-40B4-BE49-F238E27FC236}">
                <a16:creationId xmlns:a16="http://schemas.microsoft.com/office/drawing/2014/main" id="{F5DA0CE3-B27F-B3DA-CE78-850B020ABFAC}"/>
              </a:ext>
            </a:extLst>
          </p:cNvPr>
          <p:cNvSpPr/>
          <p:nvPr/>
        </p:nvSpPr>
        <p:spPr>
          <a:xfrm>
            <a:off x="2958101" y="1943335"/>
            <a:ext cx="5799051" cy="2468409"/>
          </a:xfrm>
          <a:prstGeom prst="flowChartTerminato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/>
              <a:t>안녕</a:t>
            </a:r>
            <a:r>
              <a:rPr lang="en-US" altLang="ko-KR" dirty="0"/>
              <a:t>, </a:t>
            </a:r>
            <a:r>
              <a:rPr lang="ko-KR" altLang="en-US" dirty="0"/>
              <a:t>여기서는 자연어를 통하여 프로젝트의 현재 진행 상황과 미리 저장된 당사 장비와 관련된 설명</a:t>
            </a:r>
            <a:r>
              <a:rPr lang="en-US" altLang="ko-KR" dirty="0"/>
              <a:t>, </a:t>
            </a:r>
            <a:r>
              <a:rPr lang="ko-KR" altLang="en-US" dirty="0"/>
              <a:t>선급 룰</a:t>
            </a:r>
            <a:r>
              <a:rPr lang="en-US" altLang="ko-KR" dirty="0"/>
              <a:t>, </a:t>
            </a:r>
            <a:r>
              <a:rPr lang="ko-KR" altLang="en-US" dirty="0"/>
              <a:t>체크리스트 항목 등에 대해 문답할 수 있어</a:t>
            </a:r>
            <a:r>
              <a:rPr lang="en-US" altLang="ko-KR" dirty="0"/>
              <a:t>. </a:t>
            </a:r>
            <a:r>
              <a:rPr lang="ko-KR" altLang="en-US" dirty="0"/>
              <a:t>최근대화는 남에게 보이지 않고 출처로도 사용되지 않으며 전체 프로젝트의 내용</a:t>
            </a:r>
            <a:r>
              <a:rPr lang="en-US" altLang="ko-KR" dirty="0"/>
              <a:t>, </a:t>
            </a:r>
            <a:r>
              <a:rPr lang="ko-KR" altLang="en-US" dirty="0"/>
              <a:t>사전 입력된 당사 장비 정보</a:t>
            </a:r>
            <a:r>
              <a:rPr lang="en-US" altLang="ko-KR" dirty="0"/>
              <a:t>, </a:t>
            </a:r>
            <a:r>
              <a:rPr lang="ko-KR" altLang="en-US" dirty="0"/>
              <a:t>지침내용들이 출처로 사용돼</a:t>
            </a:r>
          </a:p>
        </p:txBody>
      </p:sp>
      <p:sp>
        <p:nvSpPr>
          <p:cNvPr id="37" name="순서도: 수행의 시작/종료 36">
            <a:extLst>
              <a:ext uri="{FF2B5EF4-FFF2-40B4-BE49-F238E27FC236}">
                <a16:creationId xmlns:a16="http://schemas.microsoft.com/office/drawing/2014/main" id="{6108440D-CDEA-B5D9-FFC4-026BEF6255A1}"/>
              </a:ext>
            </a:extLst>
          </p:cNvPr>
          <p:cNvSpPr/>
          <p:nvPr/>
        </p:nvSpPr>
        <p:spPr>
          <a:xfrm>
            <a:off x="922698" y="5524112"/>
            <a:ext cx="778150" cy="424204"/>
          </a:xfrm>
          <a:prstGeom prst="flowChartTerminato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최근대화</a:t>
            </a:r>
          </a:p>
        </p:txBody>
      </p:sp>
      <p:pic>
        <p:nvPicPr>
          <p:cNvPr id="39" name="그래픽 38" descr="새로 고침 단색으로 채워진">
            <a:extLst>
              <a:ext uri="{FF2B5EF4-FFF2-40B4-BE49-F238E27FC236}">
                <a16:creationId xmlns:a16="http://schemas.microsoft.com/office/drawing/2014/main" id="{46104291-8513-EBA7-FA16-D19F4504B2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12058" y="5524115"/>
            <a:ext cx="424201" cy="424201"/>
          </a:xfrm>
          <a:prstGeom prst="rect">
            <a:avLst/>
          </a:prstGeom>
        </p:spPr>
      </p:pic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246AD966-FD11-FBFF-BA62-BFF5BED1B303}"/>
              </a:ext>
            </a:extLst>
          </p:cNvPr>
          <p:cNvCxnSpPr/>
          <p:nvPr/>
        </p:nvCxnSpPr>
        <p:spPr>
          <a:xfrm>
            <a:off x="696798" y="3629320"/>
            <a:ext cx="1622196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941A18F2-3995-E305-88F2-ACA0CB012036}"/>
              </a:ext>
            </a:extLst>
          </p:cNvPr>
          <p:cNvSpPr/>
          <p:nvPr/>
        </p:nvSpPr>
        <p:spPr>
          <a:xfrm>
            <a:off x="1307551" y="2643276"/>
            <a:ext cx="786594" cy="280926"/>
          </a:xfrm>
          <a:prstGeom prst="flowChartTermina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err="1"/>
              <a:t>Rev.A</a:t>
            </a:r>
            <a:endParaRPr lang="ko-KR" alt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D4154E-B372-A6DF-0D50-7DE6763CD0B2}"/>
              </a:ext>
            </a:extLst>
          </p:cNvPr>
          <p:cNvSpPr txBox="1"/>
          <p:nvPr/>
        </p:nvSpPr>
        <p:spPr>
          <a:xfrm>
            <a:off x="617421" y="2680984"/>
            <a:ext cx="7231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25.03.17.</a:t>
            </a:r>
            <a:endParaRPr lang="ko-KR" altLang="en-US" sz="1000" dirty="0"/>
          </a:p>
        </p:txBody>
      </p:sp>
      <p:sp>
        <p:nvSpPr>
          <p:cNvPr id="8" name="순서도: 수행의 시작/종료 7">
            <a:extLst>
              <a:ext uri="{FF2B5EF4-FFF2-40B4-BE49-F238E27FC236}">
                <a16:creationId xmlns:a16="http://schemas.microsoft.com/office/drawing/2014/main" id="{88A01E9E-C28F-0C57-90A3-F5B297730DB7}"/>
              </a:ext>
            </a:extLst>
          </p:cNvPr>
          <p:cNvSpPr/>
          <p:nvPr/>
        </p:nvSpPr>
        <p:spPr>
          <a:xfrm>
            <a:off x="1308945" y="2984636"/>
            <a:ext cx="786594" cy="280926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9" name="더하기 기호 8">
            <a:extLst>
              <a:ext uri="{FF2B5EF4-FFF2-40B4-BE49-F238E27FC236}">
                <a16:creationId xmlns:a16="http://schemas.microsoft.com/office/drawing/2014/main" id="{543556D8-A81E-DED0-C3F7-B864DD5E2BC3}"/>
              </a:ext>
            </a:extLst>
          </p:cNvPr>
          <p:cNvSpPr/>
          <p:nvPr/>
        </p:nvSpPr>
        <p:spPr>
          <a:xfrm>
            <a:off x="1616001" y="3027596"/>
            <a:ext cx="184516" cy="18451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더하기 기호 3">
            <a:extLst>
              <a:ext uri="{FF2B5EF4-FFF2-40B4-BE49-F238E27FC236}">
                <a16:creationId xmlns:a16="http://schemas.microsoft.com/office/drawing/2014/main" id="{15DC70EF-2EDD-7652-C422-8A1D8AC598F9}"/>
              </a:ext>
            </a:extLst>
          </p:cNvPr>
          <p:cNvSpPr/>
          <p:nvPr/>
        </p:nvSpPr>
        <p:spPr>
          <a:xfrm>
            <a:off x="4164885" y="192174"/>
            <a:ext cx="360000" cy="360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907E72B-3684-72F8-0954-079413FE4A1F}"/>
              </a:ext>
            </a:extLst>
          </p:cNvPr>
          <p:cNvSpPr/>
          <p:nvPr/>
        </p:nvSpPr>
        <p:spPr>
          <a:xfrm>
            <a:off x="610482" y="812727"/>
            <a:ext cx="8685036" cy="5246351"/>
          </a:xfrm>
          <a:prstGeom prst="rect">
            <a:avLst/>
          </a:prstGeom>
          <a:solidFill>
            <a:schemeClr val="tx1">
              <a:lumMod val="50000"/>
              <a:lumOff val="5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404F6D-4C03-45E4-BEAF-036AB93105CA}"/>
              </a:ext>
            </a:extLst>
          </p:cNvPr>
          <p:cNvSpPr/>
          <p:nvPr/>
        </p:nvSpPr>
        <p:spPr>
          <a:xfrm>
            <a:off x="1424304" y="1206364"/>
            <a:ext cx="7147614" cy="47419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순서도: 수행의 시작/종료 11">
            <a:extLst>
              <a:ext uri="{FF2B5EF4-FFF2-40B4-BE49-F238E27FC236}">
                <a16:creationId xmlns:a16="http://schemas.microsoft.com/office/drawing/2014/main" id="{EC09881F-3E89-A04D-B4F5-05BC955C8F78}"/>
              </a:ext>
            </a:extLst>
          </p:cNvPr>
          <p:cNvSpPr/>
          <p:nvPr/>
        </p:nvSpPr>
        <p:spPr>
          <a:xfrm>
            <a:off x="1684203" y="1531121"/>
            <a:ext cx="1040738" cy="366087"/>
          </a:xfrm>
          <a:prstGeom prst="flowChartTerminator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조선소 코멘트</a:t>
            </a:r>
          </a:p>
        </p:txBody>
      </p:sp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id="{BA414423-0D7C-8359-FB6C-A31DDD18808B}"/>
              </a:ext>
            </a:extLst>
          </p:cNvPr>
          <p:cNvSpPr/>
          <p:nvPr/>
        </p:nvSpPr>
        <p:spPr>
          <a:xfrm>
            <a:off x="2848957" y="1546400"/>
            <a:ext cx="1040738" cy="36608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Rev. </a:t>
            </a:r>
            <a:r>
              <a:rPr lang="ko-KR" altLang="en-US" sz="1000" dirty="0"/>
              <a:t>개정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C9DFF1-8338-B792-D447-F7BE5C976E95}"/>
              </a:ext>
            </a:extLst>
          </p:cNvPr>
          <p:cNvSpPr txBox="1"/>
          <p:nvPr/>
        </p:nvSpPr>
        <p:spPr>
          <a:xfrm>
            <a:off x="1655431" y="2091905"/>
            <a:ext cx="7865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Rev. </a:t>
            </a:r>
            <a:r>
              <a:rPr lang="ko-KR" altLang="en-US" sz="1000" dirty="0"/>
              <a:t>번호</a:t>
            </a: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7C9A3819-C854-4B80-6F6E-E60E1A97013C}"/>
              </a:ext>
            </a:extLst>
          </p:cNvPr>
          <p:cNvSpPr/>
          <p:nvPr/>
        </p:nvSpPr>
        <p:spPr>
          <a:xfrm>
            <a:off x="2365273" y="2106279"/>
            <a:ext cx="223193" cy="21453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1B084E-7555-42AA-7008-D6EE2107284F}"/>
              </a:ext>
            </a:extLst>
          </p:cNvPr>
          <p:cNvSpPr txBox="1"/>
          <p:nvPr/>
        </p:nvSpPr>
        <p:spPr>
          <a:xfrm>
            <a:off x="1655430" y="2428706"/>
            <a:ext cx="5525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조선소 요청사항</a:t>
            </a:r>
            <a:r>
              <a:rPr lang="en-US" altLang="ko-KR" sz="1000" dirty="0"/>
              <a:t>/ P&amp;ID </a:t>
            </a:r>
            <a:r>
              <a:rPr lang="ko-KR" altLang="en-US" sz="1000" dirty="0"/>
              <a:t>수정 경위</a:t>
            </a:r>
            <a:r>
              <a:rPr lang="en-US" altLang="ko-KR" sz="1000" dirty="0"/>
              <a:t> </a:t>
            </a:r>
            <a:endParaRPr lang="ko-KR" altLang="en-US" sz="1000" dirty="0"/>
          </a:p>
        </p:txBody>
      </p:sp>
      <p:sp>
        <p:nvSpPr>
          <p:cNvPr id="20" name="순서도: 대체 처리 19">
            <a:extLst>
              <a:ext uri="{FF2B5EF4-FFF2-40B4-BE49-F238E27FC236}">
                <a16:creationId xmlns:a16="http://schemas.microsoft.com/office/drawing/2014/main" id="{05238244-C783-5032-3621-AD2081C1146B}"/>
              </a:ext>
            </a:extLst>
          </p:cNvPr>
          <p:cNvSpPr/>
          <p:nvPr/>
        </p:nvSpPr>
        <p:spPr>
          <a:xfrm>
            <a:off x="1800517" y="2674927"/>
            <a:ext cx="6404634" cy="370995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100" dirty="0"/>
              <a:t>NE506 BWTS.docx</a:t>
            </a:r>
            <a:endParaRPr lang="ko-KR" altLang="en-US" sz="1100" dirty="0"/>
          </a:p>
        </p:txBody>
      </p:sp>
      <p:sp>
        <p:nvSpPr>
          <p:cNvPr id="22" name="순서도: 대체 처리 21">
            <a:extLst>
              <a:ext uri="{FF2B5EF4-FFF2-40B4-BE49-F238E27FC236}">
                <a16:creationId xmlns:a16="http://schemas.microsoft.com/office/drawing/2014/main" id="{04CF54DF-9CD8-B412-AA58-A56BEB204269}"/>
              </a:ext>
            </a:extLst>
          </p:cNvPr>
          <p:cNvSpPr/>
          <p:nvPr/>
        </p:nvSpPr>
        <p:spPr>
          <a:xfrm>
            <a:off x="1800517" y="3153989"/>
            <a:ext cx="6404634" cy="68312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lang="ko-KR" altLang="en-US" sz="1100" dirty="0" err="1"/>
              <a:t>발라스트</a:t>
            </a:r>
            <a:r>
              <a:rPr lang="ko-KR" altLang="en-US" sz="1100" dirty="0"/>
              <a:t> 펌프 후단 </a:t>
            </a:r>
            <a:r>
              <a:rPr lang="ko-KR" altLang="en-US" sz="1100" dirty="0" err="1"/>
              <a:t>쓰로틀링</a:t>
            </a:r>
            <a:r>
              <a:rPr lang="ko-KR" altLang="en-US" sz="1100" dirty="0"/>
              <a:t> </a:t>
            </a:r>
            <a:r>
              <a:rPr lang="en-US" altLang="ko-KR" sz="1100" dirty="0"/>
              <a:t>V/V </a:t>
            </a:r>
            <a:r>
              <a:rPr lang="ko-KR" altLang="en-US" sz="1100" dirty="0"/>
              <a:t>삭제</a:t>
            </a:r>
            <a:endParaRPr lang="en-US" altLang="ko-KR" sz="1100" dirty="0"/>
          </a:p>
          <a:p>
            <a:pPr marL="228600" indent="-228600">
              <a:buAutoNum type="arabicPeriod"/>
            </a:pPr>
            <a:r>
              <a:rPr lang="ko-KR" altLang="en-US" sz="1100" dirty="0" err="1"/>
              <a:t>오리피스</a:t>
            </a:r>
            <a:r>
              <a:rPr lang="ko-KR" altLang="en-US" sz="1100" dirty="0"/>
              <a:t> 위치 이동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83DF96-F2A9-788A-2510-59075B3AE56A}"/>
              </a:ext>
            </a:extLst>
          </p:cNvPr>
          <p:cNvSpPr txBox="1"/>
          <p:nvPr/>
        </p:nvSpPr>
        <p:spPr>
          <a:xfrm>
            <a:off x="1639472" y="3974589"/>
            <a:ext cx="5525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P&amp;ID </a:t>
            </a:r>
            <a:r>
              <a:rPr lang="ko-KR" altLang="en-US" sz="1000" dirty="0"/>
              <a:t>수정 내용</a:t>
            </a:r>
          </a:p>
        </p:txBody>
      </p:sp>
      <p:sp>
        <p:nvSpPr>
          <p:cNvPr id="26" name="순서도: 대체 처리 25">
            <a:extLst>
              <a:ext uri="{FF2B5EF4-FFF2-40B4-BE49-F238E27FC236}">
                <a16:creationId xmlns:a16="http://schemas.microsoft.com/office/drawing/2014/main" id="{FFD14EFD-953D-50E7-86AE-CE372EC95012}"/>
              </a:ext>
            </a:extLst>
          </p:cNvPr>
          <p:cNvSpPr/>
          <p:nvPr/>
        </p:nvSpPr>
        <p:spPr>
          <a:xfrm>
            <a:off x="1784559" y="4220810"/>
            <a:ext cx="6404634" cy="370995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100" dirty="0"/>
              <a:t>[PNID] (REV.B) NE506_NE507 (NACKS)_ECS1200B X 2_MIX_DNV(2025.11.10.).pdf</a:t>
            </a:r>
          </a:p>
          <a:p>
            <a:r>
              <a:rPr lang="en-US" altLang="ko-KR" sz="1100" dirty="0"/>
              <a:t>NE506 BWTS.docx</a:t>
            </a:r>
            <a:endParaRPr lang="ko-KR" altLang="en-US" sz="1100" dirty="0"/>
          </a:p>
        </p:txBody>
      </p:sp>
      <p:sp>
        <p:nvSpPr>
          <p:cNvPr id="43" name="순서도: 대체 처리 42">
            <a:extLst>
              <a:ext uri="{FF2B5EF4-FFF2-40B4-BE49-F238E27FC236}">
                <a16:creationId xmlns:a16="http://schemas.microsoft.com/office/drawing/2014/main" id="{1929BF3F-0818-4C7D-02BD-78A770BB9161}"/>
              </a:ext>
            </a:extLst>
          </p:cNvPr>
          <p:cNvSpPr/>
          <p:nvPr/>
        </p:nvSpPr>
        <p:spPr>
          <a:xfrm>
            <a:off x="1784559" y="4699872"/>
            <a:ext cx="6404634" cy="68312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/>
                <a:ea typeface="Noto Sans CJK KR Regular"/>
                <a:cs typeface="+mn-cs"/>
              </a:rPr>
              <a:t>발라스트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/>
                <a:ea typeface="Noto Sans CJK KR Regular"/>
                <a:cs typeface="+mn-cs"/>
              </a:rPr>
              <a:t> 펌프 후단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/>
                <a:ea typeface="Noto Sans CJK KR Regular"/>
                <a:cs typeface="+mn-cs"/>
              </a:rPr>
              <a:t>쓰로틀링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/>
                <a:ea typeface="Noto Sans CJK KR Regular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/>
                <a:ea typeface="Noto Sans CJK KR Regular"/>
                <a:cs typeface="+mn-cs"/>
              </a:rPr>
              <a:t>V/V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/>
                <a:ea typeface="Noto Sans CJK KR Regular"/>
                <a:cs typeface="+mn-cs"/>
              </a:rPr>
              <a:t>삭제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Regular"/>
              <a:ea typeface="Noto Sans CJK KR Regular"/>
              <a:cs typeface="+mn-cs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/>
                <a:ea typeface="Noto Sans CJK KR Regular"/>
                <a:cs typeface="+mn-cs"/>
              </a:rPr>
              <a:t>오리피스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Regular"/>
                <a:ea typeface="Noto Sans CJK KR Regular"/>
                <a:cs typeface="+mn-cs"/>
              </a:rPr>
              <a:t> 위치 이동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Regular"/>
              <a:ea typeface="Noto Sans CJK KR Regular"/>
              <a:cs typeface="+mn-cs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ko-KR" sz="1100" dirty="0"/>
              <a:t>V/V No. </a:t>
            </a:r>
            <a:r>
              <a:rPr lang="ko-KR" altLang="en-US" sz="1100" dirty="0"/>
              <a:t>개정</a:t>
            </a:r>
          </a:p>
        </p:txBody>
      </p:sp>
      <p:sp>
        <p:nvSpPr>
          <p:cNvPr id="44" name="순서도: 수행의 시작/종료 43">
            <a:extLst>
              <a:ext uri="{FF2B5EF4-FFF2-40B4-BE49-F238E27FC236}">
                <a16:creationId xmlns:a16="http://schemas.microsoft.com/office/drawing/2014/main" id="{20F2AFDC-AF1F-B585-4F20-E49AF0DFCFAB}"/>
              </a:ext>
            </a:extLst>
          </p:cNvPr>
          <p:cNvSpPr/>
          <p:nvPr/>
        </p:nvSpPr>
        <p:spPr>
          <a:xfrm>
            <a:off x="4431156" y="5467663"/>
            <a:ext cx="1040738" cy="36608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상신하기</a:t>
            </a:r>
          </a:p>
        </p:txBody>
      </p:sp>
    </p:spTree>
    <p:extLst>
      <p:ext uri="{BB962C8B-B14F-4D97-AF65-F5344CB8AC3E}">
        <p14:creationId xmlns:p14="http://schemas.microsoft.com/office/powerpoint/2010/main" val="1000940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00"/>
    </mc:Choice>
    <mc:Fallback xmlns="">
      <p:transition spd="slow" advTm="295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00E6F-A666-B842-688C-88C4B27EA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85950591-2394-E15A-589A-3F67D46647B5}"/>
              </a:ext>
            </a:extLst>
          </p:cNvPr>
          <p:cNvSpPr/>
          <p:nvPr/>
        </p:nvSpPr>
        <p:spPr>
          <a:xfrm>
            <a:off x="610482" y="803635"/>
            <a:ext cx="8682087" cy="52507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39B5C9C-88BF-3AAB-8B46-47CABE2BFA31}"/>
              </a:ext>
            </a:extLst>
          </p:cNvPr>
          <p:cNvSpPr/>
          <p:nvPr/>
        </p:nvSpPr>
        <p:spPr>
          <a:xfrm>
            <a:off x="838986" y="3629320"/>
            <a:ext cx="1397270" cy="257654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4FE74D9F-2B4F-46DF-D1F8-9A9535F16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6" y="196553"/>
            <a:ext cx="9504000" cy="360000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II. 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나의 프로젝트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-NE506 Series-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승인도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333EB0D-DBE6-3983-667F-B06477B462C0}"/>
              </a:ext>
            </a:extLst>
          </p:cNvPr>
          <p:cNvCxnSpPr>
            <a:cxnSpLocks/>
          </p:cNvCxnSpPr>
          <p:nvPr/>
        </p:nvCxnSpPr>
        <p:spPr>
          <a:xfrm>
            <a:off x="2422689" y="1357460"/>
            <a:ext cx="0" cy="4696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40D3A79-7011-33E9-86A6-765B6751F8D6}"/>
              </a:ext>
            </a:extLst>
          </p:cNvPr>
          <p:cNvCxnSpPr/>
          <p:nvPr/>
        </p:nvCxnSpPr>
        <p:spPr>
          <a:xfrm flipH="1">
            <a:off x="610482" y="1357460"/>
            <a:ext cx="18122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92D59FF9-3CE8-47C1-6967-E29F4A978C6A}"/>
              </a:ext>
            </a:extLst>
          </p:cNvPr>
          <p:cNvCxnSpPr/>
          <p:nvPr/>
        </p:nvCxnSpPr>
        <p:spPr>
          <a:xfrm flipV="1">
            <a:off x="2422689" y="803635"/>
            <a:ext cx="0" cy="553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9D20FCF-2E1F-55B2-A5AF-64C87BB8451E}"/>
              </a:ext>
            </a:extLst>
          </p:cNvPr>
          <p:cNvSpPr txBox="1"/>
          <p:nvPr/>
        </p:nvSpPr>
        <p:spPr>
          <a:xfrm>
            <a:off x="1100677" y="905309"/>
            <a:ext cx="426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NE506/507</a:t>
            </a:r>
            <a:endParaRPr lang="ko-KR" altLang="en-US" dirty="0"/>
          </a:p>
        </p:txBody>
      </p:sp>
      <p:pic>
        <p:nvPicPr>
          <p:cNvPr id="27" name="그래픽 26" descr="(해적선 같은) 배 단색으로 채워진">
            <a:extLst>
              <a:ext uri="{FF2B5EF4-FFF2-40B4-BE49-F238E27FC236}">
                <a16:creationId xmlns:a16="http://schemas.microsoft.com/office/drawing/2014/main" id="{42E5BEB0-B2E5-7294-5020-AD05D22AFE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798" y="808014"/>
            <a:ext cx="457200" cy="457200"/>
          </a:xfrm>
          <a:prstGeom prst="rect">
            <a:avLst/>
          </a:prstGeom>
        </p:spPr>
      </p:pic>
      <p:sp>
        <p:nvSpPr>
          <p:cNvPr id="28" name="순서도: 수행의 시작/종료 27">
            <a:extLst>
              <a:ext uri="{FF2B5EF4-FFF2-40B4-BE49-F238E27FC236}">
                <a16:creationId xmlns:a16="http://schemas.microsoft.com/office/drawing/2014/main" id="{2E4F3076-572F-CC2E-0FBC-DA1BF26BAC18}"/>
              </a:ext>
            </a:extLst>
          </p:cNvPr>
          <p:cNvSpPr/>
          <p:nvPr/>
        </p:nvSpPr>
        <p:spPr>
          <a:xfrm>
            <a:off x="922698" y="1616364"/>
            <a:ext cx="1187773" cy="424204"/>
          </a:xfrm>
          <a:prstGeom prst="flowChartTermina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TP</a:t>
            </a:r>
            <a:endParaRPr lang="ko-KR" altLang="en-US" dirty="0"/>
          </a:p>
        </p:txBody>
      </p:sp>
      <p:sp>
        <p:nvSpPr>
          <p:cNvPr id="29" name="순서도: 수행의 시작/종료 28">
            <a:extLst>
              <a:ext uri="{FF2B5EF4-FFF2-40B4-BE49-F238E27FC236}">
                <a16:creationId xmlns:a16="http://schemas.microsoft.com/office/drawing/2014/main" id="{6659E4F9-96DF-8CB3-E018-E34C3BCDD8C6}"/>
              </a:ext>
            </a:extLst>
          </p:cNvPr>
          <p:cNvSpPr/>
          <p:nvPr/>
        </p:nvSpPr>
        <p:spPr>
          <a:xfrm>
            <a:off x="922698" y="2139247"/>
            <a:ext cx="1187773" cy="424204"/>
          </a:xfrm>
          <a:prstGeom prst="flowChartTermina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승인도</a:t>
            </a:r>
          </a:p>
        </p:txBody>
      </p:sp>
      <p:sp>
        <p:nvSpPr>
          <p:cNvPr id="30" name="순서도: 수행의 시작/종료 29">
            <a:extLst>
              <a:ext uri="{FF2B5EF4-FFF2-40B4-BE49-F238E27FC236}">
                <a16:creationId xmlns:a16="http://schemas.microsoft.com/office/drawing/2014/main" id="{390A1F64-2F18-862C-B936-72C1B5E3087B}"/>
              </a:ext>
            </a:extLst>
          </p:cNvPr>
          <p:cNvSpPr/>
          <p:nvPr/>
        </p:nvSpPr>
        <p:spPr>
          <a:xfrm>
            <a:off x="922698" y="3912699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선급 승인</a:t>
            </a:r>
          </a:p>
        </p:txBody>
      </p:sp>
      <p:sp>
        <p:nvSpPr>
          <p:cNvPr id="31" name="순서도: 수행의 시작/종료 30">
            <a:extLst>
              <a:ext uri="{FF2B5EF4-FFF2-40B4-BE49-F238E27FC236}">
                <a16:creationId xmlns:a16="http://schemas.microsoft.com/office/drawing/2014/main" id="{670BBC41-42A1-EE6C-0B50-047C2AB93C08}"/>
              </a:ext>
            </a:extLst>
          </p:cNvPr>
          <p:cNvSpPr/>
          <p:nvPr/>
        </p:nvSpPr>
        <p:spPr>
          <a:xfrm>
            <a:off x="922697" y="4440031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Manual</a:t>
            </a:r>
            <a:endParaRPr lang="ko-KR" altLang="en-US" sz="1600" dirty="0"/>
          </a:p>
        </p:txBody>
      </p:sp>
      <p:sp>
        <p:nvSpPr>
          <p:cNvPr id="32" name="순서도: 수행의 시작/종료 31">
            <a:extLst>
              <a:ext uri="{FF2B5EF4-FFF2-40B4-BE49-F238E27FC236}">
                <a16:creationId xmlns:a16="http://schemas.microsoft.com/office/drawing/2014/main" id="{8EC11A46-F63F-1427-62C5-61BB6B7FABCA}"/>
              </a:ext>
            </a:extLst>
          </p:cNvPr>
          <p:cNvSpPr/>
          <p:nvPr/>
        </p:nvSpPr>
        <p:spPr>
          <a:xfrm>
            <a:off x="2958101" y="5272114"/>
            <a:ext cx="5799056" cy="549107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그래픽 32" descr="돋보기 단색으로 채워진">
            <a:extLst>
              <a:ext uri="{FF2B5EF4-FFF2-40B4-BE49-F238E27FC236}">
                <a16:creationId xmlns:a16="http://schemas.microsoft.com/office/drawing/2014/main" id="{1FCC9047-0096-F455-32E4-3ADF5F38E1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78489" y="5343398"/>
            <a:ext cx="457200" cy="4572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5084263-FDEA-5D2B-EBC2-A32860DE22E9}"/>
              </a:ext>
            </a:extLst>
          </p:cNvPr>
          <p:cNvSpPr txBox="1"/>
          <p:nvPr/>
        </p:nvSpPr>
        <p:spPr>
          <a:xfrm>
            <a:off x="3935689" y="5373788"/>
            <a:ext cx="426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NE506/507 </a:t>
            </a:r>
            <a:r>
              <a:rPr lang="ko-KR" altLang="en-US" dirty="0"/>
              <a:t>호선 관련 자유로운 대화</a:t>
            </a:r>
          </a:p>
        </p:txBody>
      </p:sp>
      <p:sp>
        <p:nvSpPr>
          <p:cNvPr id="35" name="순서도: 수행의 시작/종료 34">
            <a:extLst>
              <a:ext uri="{FF2B5EF4-FFF2-40B4-BE49-F238E27FC236}">
                <a16:creationId xmlns:a16="http://schemas.microsoft.com/office/drawing/2014/main" id="{4DDBB890-5153-2A3E-06D9-8F702A580D7C}"/>
              </a:ext>
            </a:extLst>
          </p:cNvPr>
          <p:cNvSpPr/>
          <p:nvPr/>
        </p:nvSpPr>
        <p:spPr>
          <a:xfrm>
            <a:off x="6772824" y="1173463"/>
            <a:ext cx="2032254" cy="549106"/>
          </a:xfrm>
          <a:prstGeom prst="flowChartTerminato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 대화창에 대해 설명해줘</a:t>
            </a:r>
          </a:p>
        </p:txBody>
      </p:sp>
      <p:sp>
        <p:nvSpPr>
          <p:cNvPr id="36" name="순서도: 수행의 시작/종료 35">
            <a:extLst>
              <a:ext uri="{FF2B5EF4-FFF2-40B4-BE49-F238E27FC236}">
                <a16:creationId xmlns:a16="http://schemas.microsoft.com/office/drawing/2014/main" id="{CF1B5E60-2313-42D5-00FD-CF1FFFBC4C71}"/>
              </a:ext>
            </a:extLst>
          </p:cNvPr>
          <p:cNvSpPr/>
          <p:nvPr/>
        </p:nvSpPr>
        <p:spPr>
          <a:xfrm>
            <a:off x="2958101" y="1943335"/>
            <a:ext cx="5799051" cy="2468409"/>
          </a:xfrm>
          <a:prstGeom prst="flowChartTerminato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/>
              <a:t>안녕</a:t>
            </a:r>
            <a:r>
              <a:rPr lang="en-US" altLang="ko-KR" dirty="0"/>
              <a:t>, </a:t>
            </a:r>
            <a:r>
              <a:rPr lang="ko-KR" altLang="en-US" dirty="0"/>
              <a:t>여기서는 자연어를 통하여 프로젝트의 현재 진행 상황과 미리 저장된 당사 장비와 관련된 설명</a:t>
            </a:r>
            <a:r>
              <a:rPr lang="en-US" altLang="ko-KR" dirty="0"/>
              <a:t>, </a:t>
            </a:r>
            <a:r>
              <a:rPr lang="ko-KR" altLang="en-US" dirty="0"/>
              <a:t>선급 룰</a:t>
            </a:r>
            <a:r>
              <a:rPr lang="en-US" altLang="ko-KR" dirty="0"/>
              <a:t>, </a:t>
            </a:r>
            <a:r>
              <a:rPr lang="ko-KR" altLang="en-US" dirty="0"/>
              <a:t>체크리스트 항목 등에 대해 문답할 수 있어</a:t>
            </a:r>
            <a:r>
              <a:rPr lang="en-US" altLang="ko-KR" dirty="0"/>
              <a:t>. </a:t>
            </a:r>
            <a:r>
              <a:rPr lang="ko-KR" altLang="en-US" dirty="0"/>
              <a:t>최근대화는 남에게 보이지 않고 출처로도 사용되지 않으며 전체 프로젝트의 내용</a:t>
            </a:r>
            <a:r>
              <a:rPr lang="en-US" altLang="ko-KR" dirty="0"/>
              <a:t>, </a:t>
            </a:r>
            <a:r>
              <a:rPr lang="ko-KR" altLang="en-US" dirty="0"/>
              <a:t>사전 입력된 당사 장비 정보</a:t>
            </a:r>
            <a:r>
              <a:rPr lang="en-US" altLang="ko-KR" dirty="0"/>
              <a:t>, </a:t>
            </a:r>
            <a:r>
              <a:rPr lang="ko-KR" altLang="en-US" dirty="0"/>
              <a:t>지침내용들이 출처로 사용돼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7" name="순서도: 수행의 시작/종료 36">
            <a:extLst>
              <a:ext uri="{FF2B5EF4-FFF2-40B4-BE49-F238E27FC236}">
                <a16:creationId xmlns:a16="http://schemas.microsoft.com/office/drawing/2014/main" id="{06600480-2EE8-5E5E-6813-E0446B43D5B1}"/>
              </a:ext>
            </a:extLst>
          </p:cNvPr>
          <p:cNvSpPr/>
          <p:nvPr/>
        </p:nvSpPr>
        <p:spPr>
          <a:xfrm>
            <a:off x="922698" y="5524112"/>
            <a:ext cx="778150" cy="424204"/>
          </a:xfrm>
          <a:prstGeom prst="flowChartTerminato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최근대화</a:t>
            </a:r>
          </a:p>
        </p:txBody>
      </p:sp>
      <p:pic>
        <p:nvPicPr>
          <p:cNvPr id="39" name="그래픽 38" descr="새로 고침 단색으로 채워진">
            <a:extLst>
              <a:ext uri="{FF2B5EF4-FFF2-40B4-BE49-F238E27FC236}">
                <a16:creationId xmlns:a16="http://schemas.microsoft.com/office/drawing/2014/main" id="{0CCFF260-B9BF-0E6B-9E2D-D4250E63DA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12058" y="5524115"/>
            <a:ext cx="424201" cy="424201"/>
          </a:xfrm>
          <a:prstGeom prst="rect">
            <a:avLst/>
          </a:prstGeom>
        </p:spPr>
      </p:pic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66BC7DE4-8641-A3FF-5BBC-EB85F417DB4E}"/>
              </a:ext>
            </a:extLst>
          </p:cNvPr>
          <p:cNvCxnSpPr/>
          <p:nvPr/>
        </p:nvCxnSpPr>
        <p:spPr>
          <a:xfrm>
            <a:off x="696798" y="3629320"/>
            <a:ext cx="1622196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BC825CC6-49C6-E75D-AD53-13E03541AB95}"/>
              </a:ext>
            </a:extLst>
          </p:cNvPr>
          <p:cNvSpPr/>
          <p:nvPr/>
        </p:nvSpPr>
        <p:spPr>
          <a:xfrm>
            <a:off x="1307551" y="2643276"/>
            <a:ext cx="786594" cy="280926"/>
          </a:xfrm>
          <a:prstGeom prst="flowChartTermina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err="1"/>
              <a:t>Rev.A</a:t>
            </a:r>
            <a:endParaRPr lang="ko-KR" alt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52D5DB-ACE0-E99E-1E67-F88EA9C1ADE8}"/>
              </a:ext>
            </a:extLst>
          </p:cNvPr>
          <p:cNvSpPr txBox="1"/>
          <p:nvPr/>
        </p:nvSpPr>
        <p:spPr>
          <a:xfrm>
            <a:off x="617421" y="2680984"/>
            <a:ext cx="7231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25.03.17.</a:t>
            </a:r>
            <a:endParaRPr lang="ko-KR" altLang="en-US" sz="1000" dirty="0"/>
          </a:p>
        </p:txBody>
      </p:sp>
      <p:sp>
        <p:nvSpPr>
          <p:cNvPr id="8" name="순서도: 수행의 시작/종료 7">
            <a:extLst>
              <a:ext uri="{FF2B5EF4-FFF2-40B4-BE49-F238E27FC236}">
                <a16:creationId xmlns:a16="http://schemas.microsoft.com/office/drawing/2014/main" id="{768B1BD4-9EF5-43A3-5E5D-03721DE83D34}"/>
              </a:ext>
            </a:extLst>
          </p:cNvPr>
          <p:cNvSpPr/>
          <p:nvPr/>
        </p:nvSpPr>
        <p:spPr>
          <a:xfrm>
            <a:off x="1308945" y="2984636"/>
            <a:ext cx="786594" cy="280926"/>
          </a:xfrm>
          <a:prstGeom prst="flowChartTermina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err="1"/>
              <a:t>Rev.B</a:t>
            </a:r>
            <a:endParaRPr lang="ko-KR" alt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B8A9C7-DCE8-5A2A-6EB9-7AE0C67EB06C}"/>
              </a:ext>
            </a:extLst>
          </p:cNvPr>
          <p:cNvSpPr txBox="1"/>
          <p:nvPr/>
        </p:nvSpPr>
        <p:spPr>
          <a:xfrm>
            <a:off x="701311" y="3019341"/>
            <a:ext cx="7231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결재중</a:t>
            </a:r>
            <a:endParaRPr lang="ko-KR" altLang="en-US" sz="1000" dirty="0"/>
          </a:p>
        </p:txBody>
      </p:sp>
      <p:sp>
        <p:nvSpPr>
          <p:cNvPr id="5" name="순서도: 수행의 시작/종료 4">
            <a:extLst>
              <a:ext uri="{FF2B5EF4-FFF2-40B4-BE49-F238E27FC236}">
                <a16:creationId xmlns:a16="http://schemas.microsoft.com/office/drawing/2014/main" id="{5154D33A-9EDB-5836-C3DD-13AC4C712F89}"/>
              </a:ext>
            </a:extLst>
          </p:cNvPr>
          <p:cNvSpPr/>
          <p:nvPr/>
        </p:nvSpPr>
        <p:spPr>
          <a:xfrm>
            <a:off x="1307551" y="3319290"/>
            <a:ext cx="786594" cy="280926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1" name="더하기 기호 10">
            <a:extLst>
              <a:ext uri="{FF2B5EF4-FFF2-40B4-BE49-F238E27FC236}">
                <a16:creationId xmlns:a16="http://schemas.microsoft.com/office/drawing/2014/main" id="{462D5ED7-59E0-553B-D814-D98D7FDE14F3}"/>
              </a:ext>
            </a:extLst>
          </p:cNvPr>
          <p:cNvSpPr/>
          <p:nvPr/>
        </p:nvSpPr>
        <p:spPr>
          <a:xfrm>
            <a:off x="1614607" y="3362250"/>
            <a:ext cx="184516" cy="18451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순서도: 수행의 시작/종료 8">
            <a:extLst>
              <a:ext uri="{FF2B5EF4-FFF2-40B4-BE49-F238E27FC236}">
                <a16:creationId xmlns:a16="http://schemas.microsoft.com/office/drawing/2014/main" id="{DA012E3B-C19B-2E06-6D64-715DF34CF8F7}"/>
              </a:ext>
            </a:extLst>
          </p:cNvPr>
          <p:cNvSpPr/>
          <p:nvPr/>
        </p:nvSpPr>
        <p:spPr>
          <a:xfrm>
            <a:off x="922697" y="4981128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Signal List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931027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00"/>
    </mc:Choice>
    <mc:Fallback xmlns="">
      <p:transition spd="slow" advTm="295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C9065-5AD7-588B-B14F-1B731BF98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2E2D5A93-B313-FA41-8F6A-F6D23D487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6" y="196553"/>
            <a:ext cx="9504000" cy="360000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II. 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나의 프로젝트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CCE1CC8-9D46-F479-8BB3-A4FB61506040}"/>
              </a:ext>
            </a:extLst>
          </p:cNvPr>
          <p:cNvSpPr/>
          <p:nvPr/>
        </p:nvSpPr>
        <p:spPr>
          <a:xfrm>
            <a:off x="610482" y="803635"/>
            <a:ext cx="8682087" cy="52507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585E70D-46AD-0AF9-B908-42F965281B18}"/>
              </a:ext>
            </a:extLst>
          </p:cNvPr>
          <p:cNvSpPr/>
          <p:nvPr/>
        </p:nvSpPr>
        <p:spPr>
          <a:xfrm>
            <a:off x="2406286" y="3251068"/>
            <a:ext cx="789399" cy="23637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NE506</a:t>
            </a:r>
          </a:p>
          <a:p>
            <a:pPr algn="ctr"/>
            <a:r>
              <a:rPr lang="en-US" altLang="ko-KR" sz="1400" dirty="0"/>
              <a:t>Series</a:t>
            </a:r>
            <a:endParaRPr lang="ko-KR" altLang="en-US" sz="1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342BCAA-09F1-BF27-F8C9-8348CB9BD8BA}"/>
              </a:ext>
            </a:extLst>
          </p:cNvPr>
          <p:cNvSpPr/>
          <p:nvPr/>
        </p:nvSpPr>
        <p:spPr>
          <a:xfrm>
            <a:off x="3303403" y="3251068"/>
            <a:ext cx="789399" cy="23637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H2401</a:t>
            </a:r>
            <a:endParaRPr lang="ko-KR" altLang="en-US" sz="1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AD2481-A295-93D5-8EDE-B045A0597616}"/>
              </a:ext>
            </a:extLst>
          </p:cNvPr>
          <p:cNvSpPr/>
          <p:nvPr/>
        </p:nvSpPr>
        <p:spPr>
          <a:xfrm>
            <a:off x="4200520" y="3251068"/>
            <a:ext cx="789399" cy="23637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JL0398</a:t>
            </a:r>
            <a:br>
              <a:rPr lang="en-US" altLang="ko-KR" sz="1400" dirty="0"/>
            </a:br>
            <a:r>
              <a:rPr lang="en-US" altLang="ko-KR" sz="1400" dirty="0"/>
              <a:t>Series</a:t>
            </a:r>
            <a:endParaRPr lang="ko-KR" altLang="en-US" sz="14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02DA43A-75D1-DB6C-A8C5-C69EBD5777E7}"/>
              </a:ext>
            </a:extLst>
          </p:cNvPr>
          <p:cNvSpPr/>
          <p:nvPr/>
        </p:nvSpPr>
        <p:spPr>
          <a:xfrm>
            <a:off x="5097637" y="3251067"/>
            <a:ext cx="789399" cy="23637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HL-B82K-48</a:t>
            </a:r>
            <a:br>
              <a:rPr lang="en-US" altLang="ko-KR" sz="1400" dirty="0"/>
            </a:br>
            <a:r>
              <a:rPr lang="en-US" altLang="ko-KR" sz="1400" dirty="0"/>
              <a:t>Series</a:t>
            </a:r>
            <a:endParaRPr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1266F30-7FAA-AD8C-00C2-D20F1FE13A04}"/>
              </a:ext>
            </a:extLst>
          </p:cNvPr>
          <p:cNvSpPr/>
          <p:nvPr/>
        </p:nvSpPr>
        <p:spPr>
          <a:xfrm>
            <a:off x="5994754" y="3251067"/>
            <a:ext cx="789399" cy="23637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11203</a:t>
            </a:r>
            <a:br>
              <a:rPr lang="en-US" altLang="ko-KR" sz="1400" dirty="0"/>
            </a:br>
            <a:r>
              <a:rPr lang="en-US" altLang="ko-KR" sz="1400" dirty="0"/>
              <a:t>Series</a:t>
            </a:r>
            <a:endParaRPr lang="ko-KR" altLang="en-US" sz="14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A52930-0192-7D95-EA3B-6F997E540C3F}"/>
              </a:ext>
            </a:extLst>
          </p:cNvPr>
          <p:cNvSpPr/>
          <p:nvPr/>
        </p:nvSpPr>
        <p:spPr>
          <a:xfrm>
            <a:off x="1509169" y="3251066"/>
            <a:ext cx="789399" cy="2363771"/>
          </a:xfrm>
          <a:prstGeom prst="rect">
            <a:avLst/>
          </a:prstGeom>
          <a:ln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09466990-5AF9-C0A7-033A-838F5FADDAA7}"/>
              </a:ext>
            </a:extLst>
          </p:cNvPr>
          <p:cNvSpPr/>
          <p:nvPr/>
        </p:nvSpPr>
        <p:spPr>
          <a:xfrm>
            <a:off x="7158084" y="4345756"/>
            <a:ext cx="188536" cy="18853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A21E322-9991-32FD-EE47-B6A483AC5ABC}"/>
              </a:ext>
            </a:extLst>
          </p:cNvPr>
          <p:cNvSpPr/>
          <p:nvPr/>
        </p:nvSpPr>
        <p:spPr>
          <a:xfrm>
            <a:off x="7587445" y="4345756"/>
            <a:ext cx="188536" cy="18853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04563BF-DA26-6CBD-BF96-4A469751C916}"/>
              </a:ext>
            </a:extLst>
          </p:cNvPr>
          <p:cNvSpPr/>
          <p:nvPr/>
        </p:nvSpPr>
        <p:spPr>
          <a:xfrm>
            <a:off x="8016806" y="4345756"/>
            <a:ext cx="188536" cy="18853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더하기 기호 14">
            <a:extLst>
              <a:ext uri="{FF2B5EF4-FFF2-40B4-BE49-F238E27FC236}">
                <a16:creationId xmlns:a16="http://schemas.microsoft.com/office/drawing/2014/main" id="{ABBFEED6-3E18-AA5A-E8B0-689B0B2EC7B4}"/>
              </a:ext>
            </a:extLst>
          </p:cNvPr>
          <p:cNvSpPr/>
          <p:nvPr/>
        </p:nvSpPr>
        <p:spPr>
          <a:xfrm>
            <a:off x="1727813" y="4232635"/>
            <a:ext cx="402206" cy="40220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0FD51D-0CD0-6AEF-8FD5-A0B14DA984A6}"/>
              </a:ext>
            </a:extLst>
          </p:cNvPr>
          <p:cNvSpPr txBox="1"/>
          <p:nvPr/>
        </p:nvSpPr>
        <p:spPr>
          <a:xfrm>
            <a:off x="3611346" y="1361662"/>
            <a:ext cx="426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프로젝트를 선택해주세요</a:t>
            </a:r>
          </a:p>
        </p:txBody>
      </p:sp>
      <p:sp>
        <p:nvSpPr>
          <p:cNvPr id="18" name="순서도: 수행의 시작/종료 17">
            <a:extLst>
              <a:ext uri="{FF2B5EF4-FFF2-40B4-BE49-F238E27FC236}">
                <a16:creationId xmlns:a16="http://schemas.microsoft.com/office/drawing/2014/main" id="{D8BBA1AD-4813-47E1-0069-1C08093735E9}"/>
              </a:ext>
            </a:extLst>
          </p:cNvPr>
          <p:cNvSpPr/>
          <p:nvPr/>
        </p:nvSpPr>
        <p:spPr>
          <a:xfrm>
            <a:off x="2051997" y="2163455"/>
            <a:ext cx="5799056" cy="549107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래픽 20" descr="돋보기 단색으로 채워진">
            <a:extLst>
              <a:ext uri="{FF2B5EF4-FFF2-40B4-BE49-F238E27FC236}">
                <a16:creationId xmlns:a16="http://schemas.microsoft.com/office/drawing/2014/main" id="{F2265A3C-EBDF-7CD9-A72D-70F027B62B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2385" y="2234739"/>
            <a:ext cx="457200" cy="457200"/>
          </a:xfrm>
          <a:prstGeom prst="rect">
            <a:avLst/>
          </a:prstGeom>
        </p:spPr>
      </p:pic>
      <p:pic>
        <p:nvPicPr>
          <p:cNvPr id="23" name="그래픽 22" descr="필터 단색으로 채워진">
            <a:extLst>
              <a:ext uri="{FF2B5EF4-FFF2-40B4-BE49-F238E27FC236}">
                <a16:creationId xmlns:a16="http://schemas.microsoft.com/office/drawing/2014/main" id="{0BDDBFB7-C123-F1DA-ED72-1BC2018D2D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23752" y="2234739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54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00"/>
    </mc:Choice>
    <mc:Fallback xmlns="">
      <p:transition spd="slow" advTm="295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DD79A-4E12-D161-D20B-83DFB50B0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72582A90-9EDA-52AB-996B-68C51FBA9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6" y="196553"/>
            <a:ext cx="9504000" cy="360000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II. 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나의 프로젝트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3094F62-F186-88B4-8428-6DB29CB90F75}"/>
              </a:ext>
            </a:extLst>
          </p:cNvPr>
          <p:cNvSpPr/>
          <p:nvPr/>
        </p:nvSpPr>
        <p:spPr>
          <a:xfrm>
            <a:off x="610482" y="803635"/>
            <a:ext cx="8682087" cy="52507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2C24A5F-20DE-4BA4-C958-23171DC961B2}"/>
              </a:ext>
            </a:extLst>
          </p:cNvPr>
          <p:cNvSpPr/>
          <p:nvPr/>
        </p:nvSpPr>
        <p:spPr>
          <a:xfrm>
            <a:off x="2406286" y="2823229"/>
            <a:ext cx="789399" cy="23637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NE506</a:t>
            </a:r>
          </a:p>
          <a:p>
            <a:pPr algn="ctr"/>
            <a:r>
              <a:rPr lang="en-US" altLang="ko-KR" sz="1400" dirty="0"/>
              <a:t>Series</a:t>
            </a:r>
            <a:endParaRPr lang="ko-KR" altLang="en-US" sz="1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684F84-48FC-501C-AD57-2C6F67D83ED7}"/>
              </a:ext>
            </a:extLst>
          </p:cNvPr>
          <p:cNvSpPr/>
          <p:nvPr/>
        </p:nvSpPr>
        <p:spPr>
          <a:xfrm>
            <a:off x="3303403" y="2823229"/>
            <a:ext cx="789399" cy="23637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H2401</a:t>
            </a:r>
            <a:endParaRPr lang="ko-KR" altLang="en-US" sz="1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C902950-C4C6-C2AF-0E03-3DB36B6B7080}"/>
              </a:ext>
            </a:extLst>
          </p:cNvPr>
          <p:cNvSpPr/>
          <p:nvPr/>
        </p:nvSpPr>
        <p:spPr>
          <a:xfrm>
            <a:off x="4200520" y="2823229"/>
            <a:ext cx="789399" cy="23637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JL0398</a:t>
            </a:r>
            <a:br>
              <a:rPr lang="en-US" altLang="ko-KR" sz="1400" dirty="0"/>
            </a:br>
            <a:r>
              <a:rPr lang="en-US" altLang="ko-KR" sz="1400" dirty="0"/>
              <a:t>Series</a:t>
            </a:r>
            <a:endParaRPr lang="ko-KR" altLang="en-US" sz="14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33E8CFA-0B39-FF32-BAE9-B4306A41F7DD}"/>
              </a:ext>
            </a:extLst>
          </p:cNvPr>
          <p:cNvSpPr/>
          <p:nvPr/>
        </p:nvSpPr>
        <p:spPr>
          <a:xfrm>
            <a:off x="5097637" y="2823228"/>
            <a:ext cx="789399" cy="23637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HL-B82K-48</a:t>
            </a:r>
            <a:br>
              <a:rPr lang="en-US" altLang="ko-KR" sz="1400" dirty="0"/>
            </a:br>
            <a:r>
              <a:rPr lang="en-US" altLang="ko-KR" sz="1400" dirty="0"/>
              <a:t>Series</a:t>
            </a:r>
            <a:endParaRPr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6516067-8188-FCF4-C678-B2D9548F2A60}"/>
              </a:ext>
            </a:extLst>
          </p:cNvPr>
          <p:cNvSpPr/>
          <p:nvPr/>
        </p:nvSpPr>
        <p:spPr>
          <a:xfrm>
            <a:off x="5994754" y="2823228"/>
            <a:ext cx="789399" cy="23637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11203</a:t>
            </a:r>
            <a:br>
              <a:rPr lang="en-US" altLang="ko-KR" sz="1400" dirty="0"/>
            </a:br>
            <a:r>
              <a:rPr lang="en-US" altLang="ko-KR" sz="1400" dirty="0"/>
              <a:t>Series</a:t>
            </a:r>
            <a:endParaRPr lang="ko-KR" altLang="en-US" sz="14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D1438DD-2147-0E6D-503B-CFF740947B72}"/>
              </a:ext>
            </a:extLst>
          </p:cNvPr>
          <p:cNvSpPr/>
          <p:nvPr/>
        </p:nvSpPr>
        <p:spPr>
          <a:xfrm>
            <a:off x="1509169" y="2823227"/>
            <a:ext cx="789399" cy="2363771"/>
          </a:xfrm>
          <a:prstGeom prst="rect">
            <a:avLst/>
          </a:prstGeom>
          <a:ln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B5137D1-BA0B-E555-D3C2-8E6AB10804C5}"/>
              </a:ext>
            </a:extLst>
          </p:cNvPr>
          <p:cNvSpPr/>
          <p:nvPr/>
        </p:nvSpPr>
        <p:spPr>
          <a:xfrm>
            <a:off x="7158084" y="3917917"/>
            <a:ext cx="188536" cy="18853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DF6238D-1A50-A92A-D87D-7CE058014EAB}"/>
              </a:ext>
            </a:extLst>
          </p:cNvPr>
          <p:cNvSpPr/>
          <p:nvPr/>
        </p:nvSpPr>
        <p:spPr>
          <a:xfrm>
            <a:off x="7587445" y="3917917"/>
            <a:ext cx="188536" cy="18853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3B2F9F1A-2C76-2691-B0DA-5156FAFEB4E3}"/>
              </a:ext>
            </a:extLst>
          </p:cNvPr>
          <p:cNvSpPr/>
          <p:nvPr/>
        </p:nvSpPr>
        <p:spPr>
          <a:xfrm>
            <a:off x="8016806" y="3917917"/>
            <a:ext cx="188536" cy="18853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더하기 기호 14">
            <a:extLst>
              <a:ext uri="{FF2B5EF4-FFF2-40B4-BE49-F238E27FC236}">
                <a16:creationId xmlns:a16="http://schemas.microsoft.com/office/drawing/2014/main" id="{6D999B36-0F7A-AE4E-2F13-D7230ACBE734}"/>
              </a:ext>
            </a:extLst>
          </p:cNvPr>
          <p:cNvSpPr/>
          <p:nvPr/>
        </p:nvSpPr>
        <p:spPr>
          <a:xfrm>
            <a:off x="1727813" y="3804796"/>
            <a:ext cx="402206" cy="40220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E18899-C0AF-9641-FE9A-91EF8A598D5A}"/>
              </a:ext>
            </a:extLst>
          </p:cNvPr>
          <p:cNvSpPr txBox="1"/>
          <p:nvPr/>
        </p:nvSpPr>
        <p:spPr>
          <a:xfrm>
            <a:off x="3611346" y="1118381"/>
            <a:ext cx="426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프로젝트를 선택해주세요</a:t>
            </a:r>
          </a:p>
        </p:txBody>
      </p:sp>
      <p:sp>
        <p:nvSpPr>
          <p:cNvPr id="18" name="순서도: 수행의 시작/종료 17">
            <a:extLst>
              <a:ext uri="{FF2B5EF4-FFF2-40B4-BE49-F238E27FC236}">
                <a16:creationId xmlns:a16="http://schemas.microsoft.com/office/drawing/2014/main" id="{9E6D921E-7A3C-AF5E-4654-3DF9F6710ECA}"/>
              </a:ext>
            </a:extLst>
          </p:cNvPr>
          <p:cNvSpPr/>
          <p:nvPr/>
        </p:nvSpPr>
        <p:spPr>
          <a:xfrm>
            <a:off x="2051997" y="1735616"/>
            <a:ext cx="5799056" cy="549107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래픽 20" descr="돋보기 단색으로 채워진">
            <a:extLst>
              <a:ext uri="{FF2B5EF4-FFF2-40B4-BE49-F238E27FC236}">
                <a16:creationId xmlns:a16="http://schemas.microsoft.com/office/drawing/2014/main" id="{16FA80F8-738C-575C-ED54-9F7CD8BFF3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2385" y="1806900"/>
            <a:ext cx="457200" cy="457200"/>
          </a:xfrm>
          <a:prstGeom prst="rect">
            <a:avLst/>
          </a:prstGeom>
        </p:spPr>
      </p:pic>
      <p:pic>
        <p:nvPicPr>
          <p:cNvPr id="23" name="그래픽 22" descr="필터 단색으로 채워진">
            <a:extLst>
              <a:ext uri="{FF2B5EF4-FFF2-40B4-BE49-F238E27FC236}">
                <a16:creationId xmlns:a16="http://schemas.microsoft.com/office/drawing/2014/main" id="{CD9BA410-ED71-9752-0DF3-DF31E1417A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23752" y="1806900"/>
            <a:ext cx="457200" cy="4572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0A9F5E9-425B-E2ED-8E28-5472FA597627}"/>
              </a:ext>
            </a:extLst>
          </p:cNvPr>
          <p:cNvSpPr/>
          <p:nvPr/>
        </p:nvSpPr>
        <p:spPr>
          <a:xfrm>
            <a:off x="610482" y="803635"/>
            <a:ext cx="8685036" cy="5246351"/>
          </a:xfrm>
          <a:prstGeom prst="rect">
            <a:avLst/>
          </a:prstGeom>
          <a:solidFill>
            <a:schemeClr val="tx1">
              <a:lumMod val="50000"/>
              <a:lumOff val="5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4C9F21-11DC-6FD0-28AB-99E25FA85931}"/>
              </a:ext>
            </a:extLst>
          </p:cNvPr>
          <p:cNvSpPr/>
          <p:nvPr/>
        </p:nvSpPr>
        <p:spPr>
          <a:xfrm>
            <a:off x="1424304" y="963083"/>
            <a:ext cx="7147614" cy="49595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더하기 기호 8">
            <a:extLst>
              <a:ext uri="{FF2B5EF4-FFF2-40B4-BE49-F238E27FC236}">
                <a16:creationId xmlns:a16="http://schemas.microsoft.com/office/drawing/2014/main" id="{81F38E87-9F39-7C23-5B6B-173AA713F53E}"/>
              </a:ext>
            </a:extLst>
          </p:cNvPr>
          <p:cNvSpPr/>
          <p:nvPr/>
        </p:nvSpPr>
        <p:spPr>
          <a:xfrm>
            <a:off x="1950019" y="196553"/>
            <a:ext cx="360000" cy="360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순서도: 수행의 시작/종료 18">
            <a:extLst>
              <a:ext uri="{FF2B5EF4-FFF2-40B4-BE49-F238E27FC236}">
                <a16:creationId xmlns:a16="http://schemas.microsoft.com/office/drawing/2014/main" id="{7193425E-936B-0265-0BE5-A0F908D0A78B}"/>
              </a:ext>
            </a:extLst>
          </p:cNvPr>
          <p:cNvSpPr/>
          <p:nvPr/>
        </p:nvSpPr>
        <p:spPr>
          <a:xfrm>
            <a:off x="1684203" y="1103282"/>
            <a:ext cx="1040738" cy="366087"/>
          </a:xfrm>
          <a:prstGeom prst="flowChartTerminator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신규 프로젝트</a:t>
            </a: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728F83A2-5242-6F78-FF4B-3614693CCE0B}"/>
              </a:ext>
            </a:extLst>
          </p:cNvPr>
          <p:cNvSpPr/>
          <p:nvPr/>
        </p:nvSpPr>
        <p:spPr>
          <a:xfrm>
            <a:off x="2365273" y="1678440"/>
            <a:ext cx="223193" cy="21453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14683A-8EB0-B1E6-0D8B-DFFF5D9EAE3F}"/>
              </a:ext>
            </a:extLst>
          </p:cNvPr>
          <p:cNvSpPr txBox="1"/>
          <p:nvPr/>
        </p:nvSpPr>
        <p:spPr>
          <a:xfrm>
            <a:off x="1655431" y="1664066"/>
            <a:ext cx="7865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척수</a:t>
            </a:r>
          </a:p>
        </p:txBody>
      </p:sp>
      <p:sp>
        <p:nvSpPr>
          <p:cNvPr id="25" name="순서도: 처리 24">
            <a:extLst>
              <a:ext uri="{FF2B5EF4-FFF2-40B4-BE49-F238E27FC236}">
                <a16:creationId xmlns:a16="http://schemas.microsoft.com/office/drawing/2014/main" id="{A3B0CC8B-EEF6-3C9E-7052-8FD07B18573A}"/>
              </a:ext>
            </a:extLst>
          </p:cNvPr>
          <p:cNvSpPr/>
          <p:nvPr/>
        </p:nvSpPr>
        <p:spPr>
          <a:xfrm>
            <a:off x="2365593" y="1924661"/>
            <a:ext cx="562165" cy="21453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/>
              <a:t>NE504</a:t>
            </a:r>
            <a:endParaRPr lang="ko-KR" alt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376608-C923-97A9-2892-ADBB1E2D3BA0}"/>
              </a:ext>
            </a:extLst>
          </p:cNvPr>
          <p:cNvSpPr txBox="1"/>
          <p:nvPr/>
        </p:nvSpPr>
        <p:spPr>
          <a:xfrm>
            <a:off x="1655751" y="1910287"/>
            <a:ext cx="7865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Hull no.</a:t>
            </a:r>
            <a:endParaRPr lang="ko-KR" altLang="en-US" sz="1000" dirty="0"/>
          </a:p>
        </p:txBody>
      </p:sp>
      <p:sp>
        <p:nvSpPr>
          <p:cNvPr id="27" name="순서도: 처리 26">
            <a:extLst>
              <a:ext uri="{FF2B5EF4-FFF2-40B4-BE49-F238E27FC236}">
                <a16:creationId xmlns:a16="http://schemas.microsoft.com/office/drawing/2014/main" id="{AE65F93A-B00C-E7DB-93A9-EE519542CD2C}"/>
              </a:ext>
            </a:extLst>
          </p:cNvPr>
          <p:cNvSpPr/>
          <p:nvPr/>
        </p:nvSpPr>
        <p:spPr>
          <a:xfrm>
            <a:off x="2365593" y="2170637"/>
            <a:ext cx="3937294" cy="21453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/>
              <a:t>     Nantong COSCO KHI Ship Engineering Co., Ltd.</a:t>
            </a:r>
            <a:endParaRPr lang="ko-KR" alt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60362B-2BD2-4B76-FBEA-27045809F821}"/>
              </a:ext>
            </a:extLst>
          </p:cNvPr>
          <p:cNvSpPr txBox="1"/>
          <p:nvPr/>
        </p:nvSpPr>
        <p:spPr>
          <a:xfrm>
            <a:off x="1655751" y="2156263"/>
            <a:ext cx="7865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조선소</a:t>
            </a:r>
          </a:p>
        </p:txBody>
      </p:sp>
      <p:sp>
        <p:nvSpPr>
          <p:cNvPr id="29" name="순서도: 처리 28">
            <a:extLst>
              <a:ext uri="{FF2B5EF4-FFF2-40B4-BE49-F238E27FC236}">
                <a16:creationId xmlns:a16="http://schemas.microsoft.com/office/drawing/2014/main" id="{405B2C2B-3E2B-2100-16B3-0F7094F39451}"/>
              </a:ext>
            </a:extLst>
          </p:cNvPr>
          <p:cNvSpPr/>
          <p:nvPr/>
        </p:nvSpPr>
        <p:spPr>
          <a:xfrm>
            <a:off x="6432927" y="2170637"/>
            <a:ext cx="1814372" cy="21453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/>
              <a:t>A1742</a:t>
            </a:r>
            <a:endParaRPr lang="ko-KR" altLang="en-US" sz="1000" dirty="0"/>
          </a:p>
        </p:txBody>
      </p:sp>
      <p:pic>
        <p:nvPicPr>
          <p:cNvPr id="30" name="그래픽 29" descr="돋보기 단색으로 채워진">
            <a:extLst>
              <a:ext uri="{FF2B5EF4-FFF2-40B4-BE49-F238E27FC236}">
                <a16:creationId xmlns:a16="http://schemas.microsoft.com/office/drawing/2014/main" id="{72FB910E-C4F0-A4DE-B2AF-3B9E648195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71033" y="2176152"/>
            <a:ext cx="214534" cy="214534"/>
          </a:xfrm>
          <a:prstGeom prst="rect">
            <a:avLst/>
          </a:prstGeom>
        </p:spPr>
      </p:pic>
      <p:sp>
        <p:nvSpPr>
          <p:cNvPr id="31" name="순서도: 처리 30">
            <a:extLst>
              <a:ext uri="{FF2B5EF4-FFF2-40B4-BE49-F238E27FC236}">
                <a16:creationId xmlns:a16="http://schemas.microsoft.com/office/drawing/2014/main" id="{1349460C-04F0-677E-D1A9-F1168F77CD5E}"/>
              </a:ext>
            </a:extLst>
          </p:cNvPr>
          <p:cNvSpPr/>
          <p:nvPr/>
        </p:nvSpPr>
        <p:spPr>
          <a:xfrm>
            <a:off x="2365593" y="2440834"/>
            <a:ext cx="486664" cy="21453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/>
              <a:t>NK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6986BF-A1A4-7F8A-748F-726EB4AC472F}"/>
              </a:ext>
            </a:extLst>
          </p:cNvPr>
          <p:cNvSpPr txBox="1"/>
          <p:nvPr/>
        </p:nvSpPr>
        <p:spPr>
          <a:xfrm>
            <a:off x="1655751" y="2426460"/>
            <a:ext cx="7865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선급</a:t>
            </a:r>
          </a:p>
        </p:txBody>
      </p:sp>
      <p:sp>
        <p:nvSpPr>
          <p:cNvPr id="35" name="이등변 삼각형 34">
            <a:extLst>
              <a:ext uri="{FF2B5EF4-FFF2-40B4-BE49-F238E27FC236}">
                <a16:creationId xmlns:a16="http://schemas.microsoft.com/office/drawing/2014/main" id="{0A5B5126-332B-9CFD-2DBB-8AA3EB92DC70}"/>
              </a:ext>
            </a:extLst>
          </p:cNvPr>
          <p:cNvSpPr/>
          <p:nvPr/>
        </p:nvSpPr>
        <p:spPr>
          <a:xfrm rot="10800000">
            <a:off x="2722860" y="2520694"/>
            <a:ext cx="79810" cy="62430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D21833-C2D1-5839-629D-6869312FBD9D}"/>
              </a:ext>
            </a:extLst>
          </p:cNvPr>
          <p:cNvSpPr txBox="1"/>
          <p:nvPr/>
        </p:nvSpPr>
        <p:spPr>
          <a:xfrm>
            <a:off x="1658700" y="2702701"/>
            <a:ext cx="7865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모델</a:t>
            </a:r>
          </a:p>
        </p:txBody>
      </p:sp>
      <p:sp>
        <p:nvSpPr>
          <p:cNvPr id="37" name="순서도: 처리 36">
            <a:extLst>
              <a:ext uri="{FF2B5EF4-FFF2-40B4-BE49-F238E27FC236}">
                <a16:creationId xmlns:a16="http://schemas.microsoft.com/office/drawing/2014/main" id="{22B2856F-1F62-F18A-B77B-59B77C0E71B8}"/>
              </a:ext>
            </a:extLst>
          </p:cNvPr>
          <p:cNvSpPr/>
          <p:nvPr/>
        </p:nvSpPr>
        <p:spPr>
          <a:xfrm>
            <a:off x="2366603" y="2711031"/>
            <a:ext cx="3936283" cy="21453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/>
              <a:t>ECU900B 1.1 X 2</a:t>
            </a:r>
            <a:endParaRPr lang="ko-KR" altLang="en-US" sz="1000" dirty="0"/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139012FD-E49C-BDB1-6D98-B81CCE294ED3}"/>
              </a:ext>
            </a:extLst>
          </p:cNvPr>
          <p:cNvSpPr/>
          <p:nvPr/>
        </p:nvSpPr>
        <p:spPr>
          <a:xfrm rot="10800000">
            <a:off x="6127646" y="2787900"/>
            <a:ext cx="79810" cy="62430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순서도: 처리 38">
            <a:extLst>
              <a:ext uri="{FF2B5EF4-FFF2-40B4-BE49-F238E27FC236}">
                <a16:creationId xmlns:a16="http://schemas.microsoft.com/office/drawing/2014/main" id="{4071B0DD-7D8B-2D4B-5198-95EE018941CB}"/>
              </a:ext>
            </a:extLst>
          </p:cNvPr>
          <p:cNvSpPr/>
          <p:nvPr/>
        </p:nvSpPr>
        <p:spPr>
          <a:xfrm>
            <a:off x="2365273" y="2986157"/>
            <a:ext cx="3937294" cy="21453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/>
              <a:t>     (</a:t>
            </a:r>
            <a:r>
              <a:rPr lang="ko-KR" altLang="en-US" sz="1000" dirty="0"/>
              <a:t>직접입력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1DA003-321A-2D36-5B4D-FA2AB4EBE209}"/>
              </a:ext>
            </a:extLst>
          </p:cNvPr>
          <p:cNvSpPr txBox="1"/>
          <p:nvPr/>
        </p:nvSpPr>
        <p:spPr>
          <a:xfrm>
            <a:off x="1655431" y="2971783"/>
            <a:ext cx="7865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BASE</a:t>
            </a:r>
            <a:endParaRPr lang="ko-KR" altLang="en-US" sz="1000" dirty="0"/>
          </a:p>
        </p:txBody>
      </p:sp>
      <p:pic>
        <p:nvPicPr>
          <p:cNvPr id="41" name="그래픽 40" descr="돋보기 단색으로 채워진">
            <a:extLst>
              <a:ext uri="{FF2B5EF4-FFF2-40B4-BE49-F238E27FC236}">
                <a16:creationId xmlns:a16="http://schemas.microsoft.com/office/drawing/2014/main" id="{8321A87C-4D48-898E-4454-442F6B5D6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70713" y="2991672"/>
            <a:ext cx="214534" cy="214534"/>
          </a:xfrm>
          <a:prstGeom prst="rect">
            <a:avLst/>
          </a:prstGeom>
        </p:spPr>
      </p:pic>
      <p:sp>
        <p:nvSpPr>
          <p:cNvPr id="42" name="순서도: 처리 41">
            <a:extLst>
              <a:ext uri="{FF2B5EF4-FFF2-40B4-BE49-F238E27FC236}">
                <a16:creationId xmlns:a16="http://schemas.microsoft.com/office/drawing/2014/main" id="{51DF7276-C996-E5C4-44FC-B89A935906D1}"/>
              </a:ext>
            </a:extLst>
          </p:cNvPr>
          <p:cNvSpPr/>
          <p:nvPr/>
        </p:nvSpPr>
        <p:spPr>
          <a:xfrm>
            <a:off x="6432927" y="2986692"/>
            <a:ext cx="1814372" cy="21453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/>
              <a:t>NE473</a:t>
            </a:r>
            <a:endParaRPr lang="ko-KR" altLang="en-US" sz="10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2C7B6B1-5EF7-C691-7C10-495E7E8B1825}"/>
              </a:ext>
            </a:extLst>
          </p:cNvPr>
          <p:cNvSpPr txBox="1"/>
          <p:nvPr/>
        </p:nvSpPr>
        <p:spPr>
          <a:xfrm>
            <a:off x="1727813" y="3259678"/>
            <a:ext cx="5525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특이사항</a:t>
            </a:r>
          </a:p>
        </p:txBody>
      </p:sp>
      <p:sp>
        <p:nvSpPr>
          <p:cNvPr id="49" name="순서도: 대체 처리 48">
            <a:extLst>
              <a:ext uri="{FF2B5EF4-FFF2-40B4-BE49-F238E27FC236}">
                <a16:creationId xmlns:a16="http://schemas.microsoft.com/office/drawing/2014/main" id="{A49ACBEE-FA00-C635-2211-F411D8FDB92D}"/>
              </a:ext>
            </a:extLst>
          </p:cNvPr>
          <p:cNvSpPr/>
          <p:nvPr/>
        </p:nvSpPr>
        <p:spPr>
          <a:xfrm>
            <a:off x="1815006" y="3501937"/>
            <a:ext cx="6404634" cy="436969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100" dirty="0" err="1"/>
              <a:t>미계약</a:t>
            </a:r>
            <a:r>
              <a:rPr lang="ko-KR" altLang="en-US" sz="1100" dirty="0"/>
              <a:t> </a:t>
            </a:r>
            <a:r>
              <a:rPr lang="en-US" altLang="ko-KR" sz="1100" dirty="0"/>
              <a:t>TP </a:t>
            </a:r>
            <a:r>
              <a:rPr lang="ko-KR" altLang="en-US" sz="1100" dirty="0"/>
              <a:t>없이 선승인도 진행</a:t>
            </a:r>
          </a:p>
        </p:txBody>
      </p:sp>
      <p:sp>
        <p:nvSpPr>
          <p:cNvPr id="50" name="순서도: 수행의 시작/종료 49">
            <a:extLst>
              <a:ext uri="{FF2B5EF4-FFF2-40B4-BE49-F238E27FC236}">
                <a16:creationId xmlns:a16="http://schemas.microsoft.com/office/drawing/2014/main" id="{2A570AD6-8832-B172-C607-603D4E52FA93}"/>
              </a:ext>
            </a:extLst>
          </p:cNvPr>
          <p:cNvSpPr/>
          <p:nvPr/>
        </p:nvSpPr>
        <p:spPr>
          <a:xfrm>
            <a:off x="4577268" y="5402065"/>
            <a:ext cx="1040738" cy="36608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생성하기</a:t>
            </a:r>
          </a:p>
        </p:txBody>
      </p:sp>
    </p:spTree>
    <p:extLst>
      <p:ext uri="{BB962C8B-B14F-4D97-AF65-F5344CB8AC3E}">
        <p14:creationId xmlns:p14="http://schemas.microsoft.com/office/powerpoint/2010/main" val="4118247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00"/>
    </mc:Choice>
    <mc:Fallback xmlns="">
      <p:transition spd="slow" advTm="295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25A82-A005-85B6-0F84-3C5F414CC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70C8019E-DCA3-5398-5826-20C1331AF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6" y="196553"/>
            <a:ext cx="9504000" cy="360000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II. 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나의 프로젝트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8F459EB-A0CC-232B-74CF-97C9219FD4A8}"/>
              </a:ext>
            </a:extLst>
          </p:cNvPr>
          <p:cNvSpPr/>
          <p:nvPr/>
        </p:nvSpPr>
        <p:spPr>
          <a:xfrm>
            <a:off x="610482" y="803635"/>
            <a:ext cx="8682087" cy="52507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3F11EFC-D92D-EC66-2CE2-E6756BD5AA75}"/>
              </a:ext>
            </a:extLst>
          </p:cNvPr>
          <p:cNvSpPr/>
          <p:nvPr/>
        </p:nvSpPr>
        <p:spPr>
          <a:xfrm>
            <a:off x="3287131" y="3251068"/>
            <a:ext cx="789399" cy="23637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NE506</a:t>
            </a:r>
          </a:p>
          <a:p>
            <a:pPr algn="ctr"/>
            <a:r>
              <a:rPr lang="en-US" altLang="ko-KR" sz="1400" dirty="0"/>
              <a:t>Series</a:t>
            </a:r>
            <a:endParaRPr lang="ko-KR" altLang="en-US" sz="1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EDF76EF-8F80-3343-FD5E-96A0C1C9BE61}"/>
              </a:ext>
            </a:extLst>
          </p:cNvPr>
          <p:cNvSpPr/>
          <p:nvPr/>
        </p:nvSpPr>
        <p:spPr>
          <a:xfrm>
            <a:off x="4184248" y="3251068"/>
            <a:ext cx="789399" cy="23637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H2401</a:t>
            </a:r>
            <a:endParaRPr lang="ko-KR" altLang="en-US" sz="1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DDC54CA-7BE5-DA0C-D954-498D3C480033}"/>
              </a:ext>
            </a:extLst>
          </p:cNvPr>
          <p:cNvSpPr/>
          <p:nvPr/>
        </p:nvSpPr>
        <p:spPr>
          <a:xfrm>
            <a:off x="5081365" y="3251068"/>
            <a:ext cx="789399" cy="23637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JL0398</a:t>
            </a:r>
            <a:br>
              <a:rPr lang="en-US" altLang="ko-KR" sz="1400" dirty="0"/>
            </a:br>
            <a:r>
              <a:rPr lang="en-US" altLang="ko-KR" sz="1400" dirty="0"/>
              <a:t>Series</a:t>
            </a:r>
            <a:endParaRPr lang="ko-KR" altLang="en-US" sz="14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0DC3252-BBCA-4102-03B5-DB3B861064EE}"/>
              </a:ext>
            </a:extLst>
          </p:cNvPr>
          <p:cNvSpPr/>
          <p:nvPr/>
        </p:nvSpPr>
        <p:spPr>
          <a:xfrm>
            <a:off x="5978482" y="3251067"/>
            <a:ext cx="789399" cy="23637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HL-B82K-48</a:t>
            </a:r>
            <a:br>
              <a:rPr lang="en-US" altLang="ko-KR" sz="1400" dirty="0"/>
            </a:br>
            <a:r>
              <a:rPr lang="en-US" altLang="ko-KR" sz="1400" dirty="0"/>
              <a:t>Series</a:t>
            </a:r>
            <a:endParaRPr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F9B4E96-529D-E80C-11B1-1F301FD67CE6}"/>
              </a:ext>
            </a:extLst>
          </p:cNvPr>
          <p:cNvSpPr/>
          <p:nvPr/>
        </p:nvSpPr>
        <p:spPr>
          <a:xfrm>
            <a:off x="6875599" y="3251067"/>
            <a:ext cx="789399" cy="23637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11203</a:t>
            </a:r>
            <a:br>
              <a:rPr lang="en-US" altLang="ko-KR" sz="1400" dirty="0"/>
            </a:br>
            <a:r>
              <a:rPr lang="en-US" altLang="ko-KR" sz="1400" dirty="0"/>
              <a:t>Series</a:t>
            </a:r>
            <a:endParaRPr lang="ko-KR" altLang="en-US" sz="14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F398B6-E56E-CCEF-C63C-611EC78D3D13}"/>
              </a:ext>
            </a:extLst>
          </p:cNvPr>
          <p:cNvSpPr/>
          <p:nvPr/>
        </p:nvSpPr>
        <p:spPr>
          <a:xfrm>
            <a:off x="1509169" y="3251066"/>
            <a:ext cx="789399" cy="2363771"/>
          </a:xfrm>
          <a:prstGeom prst="rect">
            <a:avLst/>
          </a:prstGeom>
          <a:ln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D1A7DAC0-6587-0968-DE30-E9EAE9A9471C}"/>
              </a:ext>
            </a:extLst>
          </p:cNvPr>
          <p:cNvSpPr/>
          <p:nvPr/>
        </p:nvSpPr>
        <p:spPr>
          <a:xfrm>
            <a:off x="8038929" y="4345756"/>
            <a:ext cx="188536" cy="18853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9F18B35-A588-5D84-0E8D-65585AD7D126}"/>
              </a:ext>
            </a:extLst>
          </p:cNvPr>
          <p:cNvSpPr/>
          <p:nvPr/>
        </p:nvSpPr>
        <p:spPr>
          <a:xfrm>
            <a:off x="8468290" y="4345756"/>
            <a:ext cx="188536" cy="18853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3FC5DEA-5ADE-8C2A-3951-08A71D6F8A2B}"/>
              </a:ext>
            </a:extLst>
          </p:cNvPr>
          <p:cNvSpPr/>
          <p:nvPr/>
        </p:nvSpPr>
        <p:spPr>
          <a:xfrm>
            <a:off x="8897651" y="4345756"/>
            <a:ext cx="188536" cy="18853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더하기 기호 14">
            <a:extLst>
              <a:ext uri="{FF2B5EF4-FFF2-40B4-BE49-F238E27FC236}">
                <a16:creationId xmlns:a16="http://schemas.microsoft.com/office/drawing/2014/main" id="{1DD5EA49-D4F5-C4E2-8D21-0F8F5C0D198A}"/>
              </a:ext>
            </a:extLst>
          </p:cNvPr>
          <p:cNvSpPr/>
          <p:nvPr/>
        </p:nvSpPr>
        <p:spPr>
          <a:xfrm>
            <a:off x="1727813" y="4232635"/>
            <a:ext cx="402206" cy="40220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9594DB-79D8-C9C4-B5B6-D1C8E3A5684A}"/>
              </a:ext>
            </a:extLst>
          </p:cNvPr>
          <p:cNvSpPr txBox="1"/>
          <p:nvPr/>
        </p:nvSpPr>
        <p:spPr>
          <a:xfrm>
            <a:off x="3611346" y="1361662"/>
            <a:ext cx="426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프로젝트를 선택해주세요</a:t>
            </a:r>
          </a:p>
        </p:txBody>
      </p:sp>
      <p:sp>
        <p:nvSpPr>
          <p:cNvPr id="18" name="순서도: 수행의 시작/종료 17">
            <a:extLst>
              <a:ext uri="{FF2B5EF4-FFF2-40B4-BE49-F238E27FC236}">
                <a16:creationId xmlns:a16="http://schemas.microsoft.com/office/drawing/2014/main" id="{52A5C5C9-15E2-A530-7CF7-24BC72F6010D}"/>
              </a:ext>
            </a:extLst>
          </p:cNvPr>
          <p:cNvSpPr/>
          <p:nvPr/>
        </p:nvSpPr>
        <p:spPr>
          <a:xfrm>
            <a:off x="2051997" y="2163455"/>
            <a:ext cx="5799056" cy="549107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래픽 20" descr="돋보기 단색으로 채워진">
            <a:extLst>
              <a:ext uri="{FF2B5EF4-FFF2-40B4-BE49-F238E27FC236}">
                <a16:creationId xmlns:a16="http://schemas.microsoft.com/office/drawing/2014/main" id="{83CC8B46-2BA6-B015-B8FC-78FFA6070A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2385" y="2234739"/>
            <a:ext cx="457200" cy="457200"/>
          </a:xfrm>
          <a:prstGeom prst="rect">
            <a:avLst/>
          </a:prstGeom>
        </p:spPr>
      </p:pic>
      <p:pic>
        <p:nvPicPr>
          <p:cNvPr id="23" name="그래픽 22" descr="필터 단색으로 채워진">
            <a:extLst>
              <a:ext uri="{FF2B5EF4-FFF2-40B4-BE49-F238E27FC236}">
                <a16:creationId xmlns:a16="http://schemas.microsoft.com/office/drawing/2014/main" id="{5E6990EB-511D-6E4D-4872-7E5AECE069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23752" y="2234739"/>
            <a:ext cx="457200" cy="4572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3C1D35B8-9648-70AF-B866-F58268547A90}"/>
              </a:ext>
            </a:extLst>
          </p:cNvPr>
          <p:cNvSpPr/>
          <p:nvPr/>
        </p:nvSpPr>
        <p:spPr>
          <a:xfrm>
            <a:off x="2390014" y="3251065"/>
            <a:ext cx="789399" cy="23637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NE504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95917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00"/>
    </mc:Choice>
    <mc:Fallback xmlns="">
      <p:transition spd="slow" advTm="295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13224-E37C-D85E-961D-E206E248A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C267FA85-946F-E423-7EE8-77F4623A4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6" y="196553"/>
            <a:ext cx="9504000" cy="360000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II. 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나의 프로젝트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-NE504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75E4A1B-178D-506A-EF9B-2BFD24E914CD}"/>
              </a:ext>
            </a:extLst>
          </p:cNvPr>
          <p:cNvSpPr/>
          <p:nvPr/>
        </p:nvSpPr>
        <p:spPr>
          <a:xfrm>
            <a:off x="610482" y="803635"/>
            <a:ext cx="8682087" cy="52507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BE58E4D-A696-F14B-412D-2859850BCFAB}"/>
              </a:ext>
            </a:extLst>
          </p:cNvPr>
          <p:cNvCxnSpPr>
            <a:cxnSpLocks/>
          </p:cNvCxnSpPr>
          <p:nvPr/>
        </p:nvCxnSpPr>
        <p:spPr>
          <a:xfrm>
            <a:off x="2422689" y="1357460"/>
            <a:ext cx="0" cy="4696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04BF7AB-2EB8-7039-1175-74210BCCCF9F}"/>
              </a:ext>
            </a:extLst>
          </p:cNvPr>
          <p:cNvCxnSpPr/>
          <p:nvPr/>
        </p:nvCxnSpPr>
        <p:spPr>
          <a:xfrm flipH="1">
            <a:off x="610482" y="1357460"/>
            <a:ext cx="18122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A13D103C-B8B8-AF9D-B933-1F5C072161CF}"/>
              </a:ext>
            </a:extLst>
          </p:cNvPr>
          <p:cNvCxnSpPr/>
          <p:nvPr/>
        </p:nvCxnSpPr>
        <p:spPr>
          <a:xfrm flipV="1">
            <a:off x="2422689" y="803635"/>
            <a:ext cx="0" cy="553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C894C50-C47E-778F-BF10-3B4581794944}"/>
              </a:ext>
            </a:extLst>
          </p:cNvPr>
          <p:cNvSpPr txBox="1"/>
          <p:nvPr/>
        </p:nvSpPr>
        <p:spPr>
          <a:xfrm>
            <a:off x="1100677" y="905309"/>
            <a:ext cx="426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NE504</a:t>
            </a:r>
            <a:endParaRPr lang="ko-KR" altLang="en-US" dirty="0"/>
          </a:p>
        </p:txBody>
      </p:sp>
      <p:pic>
        <p:nvPicPr>
          <p:cNvPr id="27" name="그래픽 26" descr="(해적선 같은) 배 단색으로 채워진">
            <a:extLst>
              <a:ext uri="{FF2B5EF4-FFF2-40B4-BE49-F238E27FC236}">
                <a16:creationId xmlns:a16="http://schemas.microsoft.com/office/drawing/2014/main" id="{CA2F3B3C-7B1F-B221-2F23-B8417766DF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798" y="808014"/>
            <a:ext cx="457200" cy="457200"/>
          </a:xfrm>
          <a:prstGeom prst="rect">
            <a:avLst/>
          </a:prstGeom>
        </p:spPr>
      </p:pic>
      <p:sp>
        <p:nvSpPr>
          <p:cNvPr id="30" name="순서도: 수행의 시작/종료 29">
            <a:extLst>
              <a:ext uri="{FF2B5EF4-FFF2-40B4-BE49-F238E27FC236}">
                <a16:creationId xmlns:a16="http://schemas.microsoft.com/office/drawing/2014/main" id="{9EC14819-72CC-B69C-1512-A3933E9BEB74}"/>
              </a:ext>
            </a:extLst>
          </p:cNvPr>
          <p:cNvSpPr/>
          <p:nvPr/>
        </p:nvSpPr>
        <p:spPr>
          <a:xfrm>
            <a:off x="922698" y="3912699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선급 승인</a:t>
            </a:r>
          </a:p>
        </p:txBody>
      </p:sp>
      <p:sp>
        <p:nvSpPr>
          <p:cNvPr id="31" name="순서도: 수행의 시작/종료 30">
            <a:extLst>
              <a:ext uri="{FF2B5EF4-FFF2-40B4-BE49-F238E27FC236}">
                <a16:creationId xmlns:a16="http://schemas.microsoft.com/office/drawing/2014/main" id="{5D54A6B7-EBA1-A122-DB26-B79FEF1E3E55}"/>
              </a:ext>
            </a:extLst>
          </p:cNvPr>
          <p:cNvSpPr/>
          <p:nvPr/>
        </p:nvSpPr>
        <p:spPr>
          <a:xfrm>
            <a:off x="922697" y="4440031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Manual</a:t>
            </a:r>
            <a:endParaRPr lang="ko-KR" altLang="en-US" sz="1600" dirty="0"/>
          </a:p>
        </p:txBody>
      </p:sp>
      <p:sp>
        <p:nvSpPr>
          <p:cNvPr id="32" name="순서도: 수행의 시작/종료 31">
            <a:extLst>
              <a:ext uri="{FF2B5EF4-FFF2-40B4-BE49-F238E27FC236}">
                <a16:creationId xmlns:a16="http://schemas.microsoft.com/office/drawing/2014/main" id="{238983B2-28F8-F227-1E04-354E4A4F81E3}"/>
              </a:ext>
            </a:extLst>
          </p:cNvPr>
          <p:cNvSpPr/>
          <p:nvPr/>
        </p:nvSpPr>
        <p:spPr>
          <a:xfrm>
            <a:off x="2958101" y="5272114"/>
            <a:ext cx="5799056" cy="549107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그래픽 32" descr="돋보기 단색으로 채워진">
            <a:extLst>
              <a:ext uri="{FF2B5EF4-FFF2-40B4-BE49-F238E27FC236}">
                <a16:creationId xmlns:a16="http://schemas.microsoft.com/office/drawing/2014/main" id="{03063DB2-7E2E-4E30-58BD-CE1C6E4642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78489" y="5343398"/>
            <a:ext cx="457200" cy="4572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2A98169-FC2F-347E-7D6C-7F6C50675BC8}"/>
              </a:ext>
            </a:extLst>
          </p:cNvPr>
          <p:cNvSpPr txBox="1"/>
          <p:nvPr/>
        </p:nvSpPr>
        <p:spPr>
          <a:xfrm>
            <a:off x="3935689" y="5373788"/>
            <a:ext cx="426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NE504 </a:t>
            </a:r>
            <a:r>
              <a:rPr lang="ko-KR" altLang="en-US" dirty="0"/>
              <a:t>호선 관련 자유로운 대화</a:t>
            </a:r>
          </a:p>
        </p:txBody>
      </p:sp>
      <p:sp>
        <p:nvSpPr>
          <p:cNvPr id="37" name="순서도: 수행의 시작/종료 36">
            <a:extLst>
              <a:ext uri="{FF2B5EF4-FFF2-40B4-BE49-F238E27FC236}">
                <a16:creationId xmlns:a16="http://schemas.microsoft.com/office/drawing/2014/main" id="{AD12655F-EC62-2FCE-BEBF-AC1AA22C3AB7}"/>
              </a:ext>
            </a:extLst>
          </p:cNvPr>
          <p:cNvSpPr/>
          <p:nvPr/>
        </p:nvSpPr>
        <p:spPr>
          <a:xfrm>
            <a:off x="922698" y="5524112"/>
            <a:ext cx="778150" cy="424204"/>
          </a:xfrm>
          <a:prstGeom prst="flowChartTerminato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최근대화</a:t>
            </a:r>
          </a:p>
        </p:txBody>
      </p:sp>
      <p:pic>
        <p:nvPicPr>
          <p:cNvPr id="39" name="그래픽 38" descr="새로 고침 단색으로 채워진">
            <a:extLst>
              <a:ext uri="{FF2B5EF4-FFF2-40B4-BE49-F238E27FC236}">
                <a16:creationId xmlns:a16="http://schemas.microsoft.com/office/drawing/2014/main" id="{F1739A92-660A-7168-F4D0-C8E441753D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12058" y="5524115"/>
            <a:ext cx="424201" cy="424201"/>
          </a:xfrm>
          <a:prstGeom prst="rect">
            <a:avLst/>
          </a:prstGeom>
        </p:spPr>
      </p:pic>
      <p:sp>
        <p:nvSpPr>
          <p:cNvPr id="40" name="순서도: 수행의 시작/종료 39">
            <a:extLst>
              <a:ext uri="{FF2B5EF4-FFF2-40B4-BE49-F238E27FC236}">
                <a16:creationId xmlns:a16="http://schemas.microsoft.com/office/drawing/2014/main" id="{DAED7397-3A2C-E989-CD70-533875480BC8}"/>
              </a:ext>
            </a:extLst>
          </p:cNvPr>
          <p:cNvSpPr/>
          <p:nvPr/>
        </p:nvSpPr>
        <p:spPr>
          <a:xfrm>
            <a:off x="922697" y="1647061"/>
            <a:ext cx="1187773" cy="424204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더하기 기호 40">
            <a:extLst>
              <a:ext uri="{FF2B5EF4-FFF2-40B4-BE49-F238E27FC236}">
                <a16:creationId xmlns:a16="http://schemas.microsoft.com/office/drawing/2014/main" id="{3FB31698-A2A4-35F3-C722-DEB230394EE2}"/>
              </a:ext>
            </a:extLst>
          </p:cNvPr>
          <p:cNvSpPr/>
          <p:nvPr/>
        </p:nvSpPr>
        <p:spPr>
          <a:xfrm>
            <a:off x="1315480" y="1644629"/>
            <a:ext cx="402206" cy="40220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3EDE4799-D6CB-FC55-10D2-488E0121E462}"/>
              </a:ext>
            </a:extLst>
          </p:cNvPr>
          <p:cNvCxnSpPr/>
          <p:nvPr/>
        </p:nvCxnSpPr>
        <p:spPr>
          <a:xfrm>
            <a:off x="696798" y="3629320"/>
            <a:ext cx="1622196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순서도: 수행의 시작/종료 1">
            <a:extLst>
              <a:ext uri="{FF2B5EF4-FFF2-40B4-BE49-F238E27FC236}">
                <a16:creationId xmlns:a16="http://schemas.microsoft.com/office/drawing/2014/main" id="{52A3D89E-8264-F929-C43D-DBD06AE53501}"/>
              </a:ext>
            </a:extLst>
          </p:cNvPr>
          <p:cNvSpPr/>
          <p:nvPr/>
        </p:nvSpPr>
        <p:spPr>
          <a:xfrm>
            <a:off x="922697" y="4981128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Signal List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309658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00"/>
    </mc:Choice>
    <mc:Fallback xmlns="">
      <p:transition spd="slow" advTm="295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D044A-C4F3-DCB0-C51D-56A8EDC50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48BA4EBA-E6FF-27CF-9DDF-175754C05B36}"/>
              </a:ext>
            </a:extLst>
          </p:cNvPr>
          <p:cNvSpPr/>
          <p:nvPr/>
        </p:nvSpPr>
        <p:spPr>
          <a:xfrm>
            <a:off x="610482" y="803635"/>
            <a:ext cx="8682087" cy="52507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순서도: 수행의 시작/종료 10">
            <a:extLst>
              <a:ext uri="{FF2B5EF4-FFF2-40B4-BE49-F238E27FC236}">
                <a16:creationId xmlns:a16="http://schemas.microsoft.com/office/drawing/2014/main" id="{EDC3308B-41F4-F2A4-2E19-F1E7F363D51B}"/>
              </a:ext>
            </a:extLst>
          </p:cNvPr>
          <p:cNvSpPr/>
          <p:nvPr/>
        </p:nvSpPr>
        <p:spPr>
          <a:xfrm>
            <a:off x="922697" y="4981128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Signal List</a:t>
            </a:r>
            <a:endParaRPr lang="ko-KR" altLang="en-US" sz="1600" dirty="0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FD98E01E-2E50-52AD-5B81-7295BBFB3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6" y="196553"/>
            <a:ext cx="9504000" cy="360000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II. 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나의 프로젝트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-NE504-     -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승인도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3966B72-3228-2DC8-6C7E-0D4CE59A898B}"/>
              </a:ext>
            </a:extLst>
          </p:cNvPr>
          <p:cNvCxnSpPr>
            <a:cxnSpLocks/>
          </p:cNvCxnSpPr>
          <p:nvPr/>
        </p:nvCxnSpPr>
        <p:spPr>
          <a:xfrm>
            <a:off x="2422689" y="1357460"/>
            <a:ext cx="0" cy="4696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E571F1B-9BB1-1B29-8B17-BC931C8C7E46}"/>
              </a:ext>
            </a:extLst>
          </p:cNvPr>
          <p:cNvCxnSpPr/>
          <p:nvPr/>
        </p:nvCxnSpPr>
        <p:spPr>
          <a:xfrm flipH="1">
            <a:off x="610482" y="1357460"/>
            <a:ext cx="18122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38958A2-0EBD-6E66-4463-94C3D3357BD4}"/>
              </a:ext>
            </a:extLst>
          </p:cNvPr>
          <p:cNvCxnSpPr/>
          <p:nvPr/>
        </p:nvCxnSpPr>
        <p:spPr>
          <a:xfrm flipV="1">
            <a:off x="2422689" y="803635"/>
            <a:ext cx="0" cy="553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A11A1B2-B470-930C-5BC8-8A2BB4C2D68D}"/>
              </a:ext>
            </a:extLst>
          </p:cNvPr>
          <p:cNvSpPr txBox="1"/>
          <p:nvPr/>
        </p:nvSpPr>
        <p:spPr>
          <a:xfrm>
            <a:off x="1100677" y="905309"/>
            <a:ext cx="426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NE504</a:t>
            </a:r>
            <a:endParaRPr lang="ko-KR" altLang="en-US" dirty="0"/>
          </a:p>
        </p:txBody>
      </p:sp>
      <p:pic>
        <p:nvPicPr>
          <p:cNvPr id="27" name="그래픽 26" descr="(해적선 같은) 배 단색으로 채워진">
            <a:extLst>
              <a:ext uri="{FF2B5EF4-FFF2-40B4-BE49-F238E27FC236}">
                <a16:creationId xmlns:a16="http://schemas.microsoft.com/office/drawing/2014/main" id="{BDF9EA00-C0ED-96A5-CF2C-55D6AE53A1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798" y="808014"/>
            <a:ext cx="457200" cy="457200"/>
          </a:xfrm>
          <a:prstGeom prst="rect">
            <a:avLst/>
          </a:prstGeom>
        </p:spPr>
      </p:pic>
      <p:sp>
        <p:nvSpPr>
          <p:cNvPr id="30" name="순서도: 수행의 시작/종료 29">
            <a:extLst>
              <a:ext uri="{FF2B5EF4-FFF2-40B4-BE49-F238E27FC236}">
                <a16:creationId xmlns:a16="http://schemas.microsoft.com/office/drawing/2014/main" id="{89DF05EC-2808-7CB2-4284-60F75B39A3BA}"/>
              </a:ext>
            </a:extLst>
          </p:cNvPr>
          <p:cNvSpPr/>
          <p:nvPr/>
        </p:nvSpPr>
        <p:spPr>
          <a:xfrm>
            <a:off x="922698" y="3912699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선급 승인</a:t>
            </a:r>
          </a:p>
        </p:txBody>
      </p:sp>
      <p:sp>
        <p:nvSpPr>
          <p:cNvPr id="31" name="순서도: 수행의 시작/종료 30">
            <a:extLst>
              <a:ext uri="{FF2B5EF4-FFF2-40B4-BE49-F238E27FC236}">
                <a16:creationId xmlns:a16="http://schemas.microsoft.com/office/drawing/2014/main" id="{3A99ACA5-E1BB-8C6B-D92C-D9773756DCE1}"/>
              </a:ext>
            </a:extLst>
          </p:cNvPr>
          <p:cNvSpPr/>
          <p:nvPr/>
        </p:nvSpPr>
        <p:spPr>
          <a:xfrm>
            <a:off x="922697" y="4440031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Manual</a:t>
            </a:r>
            <a:endParaRPr lang="ko-KR" altLang="en-US" sz="1600" dirty="0"/>
          </a:p>
        </p:txBody>
      </p:sp>
      <p:sp>
        <p:nvSpPr>
          <p:cNvPr id="32" name="순서도: 수행의 시작/종료 31">
            <a:extLst>
              <a:ext uri="{FF2B5EF4-FFF2-40B4-BE49-F238E27FC236}">
                <a16:creationId xmlns:a16="http://schemas.microsoft.com/office/drawing/2014/main" id="{90499AC0-D113-1135-406E-BF90F736B449}"/>
              </a:ext>
            </a:extLst>
          </p:cNvPr>
          <p:cNvSpPr/>
          <p:nvPr/>
        </p:nvSpPr>
        <p:spPr>
          <a:xfrm>
            <a:off x="2958101" y="5272114"/>
            <a:ext cx="5799056" cy="549107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그래픽 32" descr="돋보기 단색으로 채워진">
            <a:extLst>
              <a:ext uri="{FF2B5EF4-FFF2-40B4-BE49-F238E27FC236}">
                <a16:creationId xmlns:a16="http://schemas.microsoft.com/office/drawing/2014/main" id="{9BBBD3B1-2F20-3747-B4D7-3FE2D93B27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78489" y="5343398"/>
            <a:ext cx="457200" cy="4572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6979E51-EA48-3874-1038-FA9A3960B43A}"/>
              </a:ext>
            </a:extLst>
          </p:cNvPr>
          <p:cNvSpPr txBox="1"/>
          <p:nvPr/>
        </p:nvSpPr>
        <p:spPr>
          <a:xfrm>
            <a:off x="3935689" y="5373788"/>
            <a:ext cx="426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NE504 </a:t>
            </a:r>
            <a:r>
              <a:rPr lang="ko-KR" altLang="en-US" dirty="0"/>
              <a:t>호선 관련 자유로운 대화</a:t>
            </a:r>
          </a:p>
        </p:txBody>
      </p:sp>
      <p:sp>
        <p:nvSpPr>
          <p:cNvPr id="37" name="순서도: 수행의 시작/종료 36">
            <a:extLst>
              <a:ext uri="{FF2B5EF4-FFF2-40B4-BE49-F238E27FC236}">
                <a16:creationId xmlns:a16="http://schemas.microsoft.com/office/drawing/2014/main" id="{B5815232-9AF0-1A8D-DF4B-42092B72A55D}"/>
              </a:ext>
            </a:extLst>
          </p:cNvPr>
          <p:cNvSpPr/>
          <p:nvPr/>
        </p:nvSpPr>
        <p:spPr>
          <a:xfrm>
            <a:off x="922698" y="5524112"/>
            <a:ext cx="778150" cy="424204"/>
          </a:xfrm>
          <a:prstGeom prst="flowChartTerminato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최근대화</a:t>
            </a:r>
          </a:p>
        </p:txBody>
      </p:sp>
      <p:pic>
        <p:nvPicPr>
          <p:cNvPr id="39" name="그래픽 38" descr="새로 고침 단색으로 채워진">
            <a:extLst>
              <a:ext uri="{FF2B5EF4-FFF2-40B4-BE49-F238E27FC236}">
                <a16:creationId xmlns:a16="http://schemas.microsoft.com/office/drawing/2014/main" id="{B696441E-0073-6CFD-D51F-E875793178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12058" y="5524115"/>
            <a:ext cx="424201" cy="424201"/>
          </a:xfrm>
          <a:prstGeom prst="rect">
            <a:avLst/>
          </a:prstGeom>
        </p:spPr>
      </p:pic>
      <p:sp>
        <p:nvSpPr>
          <p:cNvPr id="40" name="순서도: 수행의 시작/종료 39">
            <a:extLst>
              <a:ext uri="{FF2B5EF4-FFF2-40B4-BE49-F238E27FC236}">
                <a16:creationId xmlns:a16="http://schemas.microsoft.com/office/drawing/2014/main" id="{1E432C3E-1627-C8E0-91E6-3BE00FEE5C71}"/>
              </a:ext>
            </a:extLst>
          </p:cNvPr>
          <p:cNvSpPr/>
          <p:nvPr/>
        </p:nvSpPr>
        <p:spPr>
          <a:xfrm>
            <a:off x="922697" y="1647061"/>
            <a:ext cx="1187773" cy="424204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더하기 기호 40">
            <a:extLst>
              <a:ext uri="{FF2B5EF4-FFF2-40B4-BE49-F238E27FC236}">
                <a16:creationId xmlns:a16="http://schemas.microsoft.com/office/drawing/2014/main" id="{2EAA9EB7-BBDA-F673-8867-2B38D7B2CA4C}"/>
              </a:ext>
            </a:extLst>
          </p:cNvPr>
          <p:cNvSpPr/>
          <p:nvPr/>
        </p:nvSpPr>
        <p:spPr>
          <a:xfrm>
            <a:off x="1315480" y="1644629"/>
            <a:ext cx="402206" cy="40220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C1425D73-5783-1A15-AEA9-C6FE21AD79F5}"/>
              </a:ext>
            </a:extLst>
          </p:cNvPr>
          <p:cNvCxnSpPr/>
          <p:nvPr/>
        </p:nvCxnSpPr>
        <p:spPr>
          <a:xfrm>
            <a:off x="696798" y="3629320"/>
            <a:ext cx="1622196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더하기 기호 1">
            <a:extLst>
              <a:ext uri="{FF2B5EF4-FFF2-40B4-BE49-F238E27FC236}">
                <a16:creationId xmlns:a16="http://schemas.microsoft.com/office/drawing/2014/main" id="{B42D4F87-EB81-43B7-BD7C-350531741FB4}"/>
              </a:ext>
            </a:extLst>
          </p:cNvPr>
          <p:cNvSpPr/>
          <p:nvPr/>
        </p:nvSpPr>
        <p:spPr>
          <a:xfrm>
            <a:off x="2696639" y="210491"/>
            <a:ext cx="360000" cy="360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215D257-52A5-8E16-4B35-1E3DD46340B5}"/>
              </a:ext>
            </a:extLst>
          </p:cNvPr>
          <p:cNvSpPr/>
          <p:nvPr/>
        </p:nvSpPr>
        <p:spPr>
          <a:xfrm>
            <a:off x="610481" y="805824"/>
            <a:ext cx="8685036" cy="5246351"/>
          </a:xfrm>
          <a:prstGeom prst="rect">
            <a:avLst/>
          </a:prstGeom>
          <a:solidFill>
            <a:schemeClr val="tx1">
              <a:lumMod val="50000"/>
              <a:lumOff val="5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F47D76B-BF6D-0816-2F5A-2CFD0B6A54DC}"/>
              </a:ext>
            </a:extLst>
          </p:cNvPr>
          <p:cNvSpPr/>
          <p:nvPr/>
        </p:nvSpPr>
        <p:spPr>
          <a:xfrm>
            <a:off x="1424304" y="1206364"/>
            <a:ext cx="7147614" cy="47419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순서도: 수행의 시작/종료 4">
            <a:extLst>
              <a:ext uri="{FF2B5EF4-FFF2-40B4-BE49-F238E27FC236}">
                <a16:creationId xmlns:a16="http://schemas.microsoft.com/office/drawing/2014/main" id="{92B47B1E-F8DE-A8BE-4D86-34F11F52AEB9}"/>
              </a:ext>
            </a:extLst>
          </p:cNvPr>
          <p:cNvSpPr/>
          <p:nvPr/>
        </p:nvSpPr>
        <p:spPr>
          <a:xfrm>
            <a:off x="1684203" y="1531121"/>
            <a:ext cx="1040738" cy="366087"/>
          </a:xfrm>
          <a:prstGeom prst="flowChartTerminator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TP</a:t>
            </a:r>
            <a:endParaRPr lang="ko-KR" altLang="en-US" sz="1000" dirty="0"/>
          </a:p>
        </p:txBody>
      </p:sp>
      <p:sp>
        <p:nvSpPr>
          <p:cNvPr id="6" name="순서도: 수행의 시작/종료 5">
            <a:extLst>
              <a:ext uri="{FF2B5EF4-FFF2-40B4-BE49-F238E27FC236}">
                <a16:creationId xmlns:a16="http://schemas.microsoft.com/office/drawing/2014/main" id="{065B440F-0E12-9613-86EF-D9788F0B2A57}"/>
              </a:ext>
            </a:extLst>
          </p:cNvPr>
          <p:cNvSpPr/>
          <p:nvPr/>
        </p:nvSpPr>
        <p:spPr>
          <a:xfrm>
            <a:off x="2848957" y="1546400"/>
            <a:ext cx="1040738" cy="36608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승인도</a:t>
            </a:r>
          </a:p>
        </p:txBody>
      </p:sp>
      <p:sp>
        <p:nvSpPr>
          <p:cNvPr id="8" name="순서도: 수행의 시작/종료 7">
            <a:extLst>
              <a:ext uri="{FF2B5EF4-FFF2-40B4-BE49-F238E27FC236}">
                <a16:creationId xmlns:a16="http://schemas.microsoft.com/office/drawing/2014/main" id="{BC863074-EFD8-C3A1-7E3C-467F6D48FC44}"/>
              </a:ext>
            </a:extLst>
          </p:cNvPr>
          <p:cNvSpPr/>
          <p:nvPr/>
        </p:nvSpPr>
        <p:spPr>
          <a:xfrm>
            <a:off x="4016779" y="1541937"/>
            <a:ext cx="1040738" cy="366087"/>
          </a:xfrm>
          <a:prstGeom prst="flowChartTerminator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공사도</a:t>
            </a:r>
          </a:p>
        </p:txBody>
      </p:sp>
      <p:sp>
        <p:nvSpPr>
          <p:cNvPr id="9" name="순서도: 수행의 시작/종료 8">
            <a:extLst>
              <a:ext uri="{FF2B5EF4-FFF2-40B4-BE49-F238E27FC236}">
                <a16:creationId xmlns:a16="http://schemas.microsoft.com/office/drawing/2014/main" id="{D80C0133-D091-B605-9D82-665FF7BD3304}"/>
              </a:ext>
            </a:extLst>
          </p:cNvPr>
          <p:cNvSpPr/>
          <p:nvPr/>
        </p:nvSpPr>
        <p:spPr>
          <a:xfrm>
            <a:off x="5190068" y="1541937"/>
            <a:ext cx="1040738" cy="366087"/>
          </a:xfrm>
          <a:prstGeom prst="flowChartTerminator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완성도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7CE98F-9392-5D11-CDE0-7C7FD1E55440}"/>
              </a:ext>
            </a:extLst>
          </p:cNvPr>
          <p:cNvSpPr txBox="1"/>
          <p:nvPr/>
        </p:nvSpPr>
        <p:spPr>
          <a:xfrm>
            <a:off x="1655431" y="2091905"/>
            <a:ext cx="7865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Rev. </a:t>
            </a:r>
            <a:r>
              <a:rPr lang="ko-KR" altLang="en-US" sz="1000" dirty="0"/>
              <a:t>번호</a:t>
            </a: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8B883C6D-56A0-A4F6-B7B6-C2A347A3ABC6}"/>
              </a:ext>
            </a:extLst>
          </p:cNvPr>
          <p:cNvSpPr/>
          <p:nvPr/>
        </p:nvSpPr>
        <p:spPr>
          <a:xfrm>
            <a:off x="2365273" y="2106279"/>
            <a:ext cx="223193" cy="21453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FBC338-3B19-FE1E-FF91-C199652A925A}"/>
              </a:ext>
            </a:extLst>
          </p:cNvPr>
          <p:cNvSpPr txBox="1"/>
          <p:nvPr/>
        </p:nvSpPr>
        <p:spPr>
          <a:xfrm>
            <a:off x="1655430" y="2428706"/>
            <a:ext cx="5525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조선소 </a:t>
            </a:r>
            <a:r>
              <a:rPr lang="en-US" altLang="ko-KR" sz="1000" dirty="0"/>
              <a:t>POS</a:t>
            </a:r>
            <a:endParaRPr lang="ko-KR" altLang="en-US" sz="1000" dirty="0"/>
          </a:p>
        </p:txBody>
      </p:sp>
      <p:sp>
        <p:nvSpPr>
          <p:cNvPr id="18" name="순서도: 대체 처리 17">
            <a:extLst>
              <a:ext uri="{FF2B5EF4-FFF2-40B4-BE49-F238E27FC236}">
                <a16:creationId xmlns:a16="http://schemas.microsoft.com/office/drawing/2014/main" id="{F0778535-2B38-CA3E-33C8-EE7DC26B319B}"/>
              </a:ext>
            </a:extLst>
          </p:cNvPr>
          <p:cNvSpPr/>
          <p:nvPr/>
        </p:nvSpPr>
        <p:spPr>
          <a:xfrm>
            <a:off x="1800517" y="2674927"/>
            <a:ext cx="6404634" cy="370995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100" dirty="0"/>
              <a:t>NE504_246206_000.docx</a:t>
            </a:r>
            <a:endParaRPr lang="ko-KR" altLang="en-US" sz="1100" dirty="0"/>
          </a:p>
        </p:txBody>
      </p:sp>
      <p:sp>
        <p:nvSpPr>
          <p:cNvPr id="20" name="순서도: 대체 처리 19">
            <a:extLst>
              <a:ext uri="{FF2B5EF4-FFF2-40B4-BE49-F238E27FC236}">
                <a16:creationId xmlns:a16="http://schemas.microsoft.com/office/drawing/2014/main" id="{2E098F22-D07F-18F0-E959-1CF6DA489AD5}"/>
              </a:ext>
            </a:extLst>
          </p:cNvPr>
          <p:cNvSpPr/>
          <p:nvPr/>
        </p:nvSpPr>
        <p:spPr>
          <a:xfrm>
            <a:off x="1800517" y="3153989"/>
            <a:ext cx="6404634" cy="68312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endParaRPr lang="ko-KR" alt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AB40D2-7757-9D34-158F-531DCB84EF7E}"/>
              </a:ext>
            </a:extLst>
          </p:cNvPr>
          <p:cNvSpPr txBox="1"/>
          <p:nvPr/>
        </p:nvSpPr>
        <p:spPr>
          <a:xfrm>
            <a:off x="1639472" y="3974589"/>
            <a:ext cx="5525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P&amp;ID </a:t>
            </a:r>
            <a:r>
              <a:rPr lang="ko-KR" altLang="en-US" sz="1000" dirty="0"/>
              <a:t>수정 내용</a:t>
            </a:r>
          </a:p>
        </p:txBody>
      </p:sp>
      <p:sp>
        <p:nvSpPr>
          <p:cNvPr id="22" name="순서도: 대체 처리 21">
            <a:extLst>
              <a:ext uri="{FF2B5EF4-FFF2-40B4-BE49-F238E27FC236}">
                <a16:creationId xmlns:a16="http://schemas.microsoft.com/office/drawing/2014/main" id="{CF989147-17D2-D80A-15EC-394A51174526}"/>
              </a:ext>
            </a:extLst>
          </p:cNvPr>
          <p:cNvSpPr/>
          <p:nvPr/>
        </p:nvSpPr>
        <p:spPr>
          <a:xfrm>
            <a:off x="1784559" y="4220810"/>
            <a:ext cx="6404634" cy="370995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100" dirty="0"/>
              <a:t>[PNID] (Rev.0) NACKS_NE504_NK_ECU900Bx2_MIX (2025.02.13.).pdf</a:t>
            </a:r>
            <a:endParaRPr lang="ko-KR" altLang="en-US" sz="1100" dirty="0"/>
          </a:p>
        </p:txBody>
      </p:sp>
      <p:sp>
        <p:nvSpPr>
          <p:cNvPr id="23" name="순서도: 대체 처리 22">
            <a:extLst>
              <a:ext uri="{FF2B5EF4-FFF2-40B4-BE49-F238E27FC236}">
                <a16:creationId xmlns:a16="http://schemas.microsoft.com/office/drawing/2014/main" id="{093411D5-2A44-E7ED-54D8-848F4244AC8C}"/>
              </a:ext>
            </a:extLst>
          </p:cNvPr>
          <p:cNvSpPr/>
          <p:nvPr/>
        </p:nvSpPr>
        <p:spPr>
          <a:xfrm>
            <a:off x="1784559" y="4699872"/>
            <a:ext cx="6404634" cy="68312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ko-KR" altLang="en-US" sz="1100" dirty="0"/>
          </a:p>
        </p:txBody>
      </p:sp>
      <p:sp>
        <p:nvSpPr>
          <p:cNvPr id="29" name="순서도: 수행의 시작/종료 28">
            <a:extLst>
              <a:ext uri="{FF2B5EF4-FFF2-40B4-BE49-F238E27FC236}">
                <a16:creationId xmlns:a16="http://schemas.microsoft.com/office/drawing/2014/main" id="{CF75FA8E-282E-1D70-E3B7-86FE6B59EDEA}"/>
              </a:ext>
            </a:extLst>
          </p:cNvPr>
          <p:cNvSpPr/>
          <p:nvPr/>
        </p:nvSpPr>
        <p:spPr>
          <a:xfrm>
            <a:off x="5550051" y="5467925"/>
            <a:ext cx="1040738" cy="366087"/>
          </a:xfrm>
          <a:prstGeom prst="flowChartTerminator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상신하기</a:t>
            </a:r>
          </a:p>
        </p:txBody>
      </p:sp>
      <p:sp>
        <p:nvSpPr>
          <p:cNvPr id="10" name="순서도: 수행의 시작/종료 9">
            <a:extLst>
              <a:ext uri="{FF2B5EF4-FFF2-40B4-BE49-F238E27FC236}">
                <a16:creationId xmlns:a16="http://schemas.microsoft.com/office/drawing/2014/main" id="{DC7BEE6B-5225-9D10-65D6-4A407E1CD031}"/>
              </a:ext>
            </a:extLst>
          </p:cNvPr>
          <p:cNvSpPr/>
          <p:nvPr/>
        </p:nvSpPr>
        <p:spPr>
          <a:xfrm>
            <a:off x="3315210" y="5461529"/>
            <a:ext cx="1512997" cy="366087"/>
          </a:xfrm>
          <a:prstGeom prst="flowChartTerminator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체크리스트 작성</a:t>
            </a:r>
          </a:p>
        </p:txBody>
      </p:sp>
    </p:spTree>
    <p:extLst>
      <p:ext uri="{BB962C8B-B14F-4D97-AF65-F5344CB8AC3E}">
        <p14:creationId xmlns:p14="http://schemas.microsoft.com/office/powerpoint/2010/main" val="167905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00"/>
    </mc:Choice>
    <mc:Fallback xmlns="">
      <p:transition spd="slow" advTm="295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B959A-2EAB-63F8-E6B6-D22C8D099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11A93E51-51BE-FF9C-22C3-6E5369917E2F}"/>
              </a:ext>
            </a:extLst>
          </p:cNvPr>
          <p:cNvSpPr/>
          <p:nvPr/>
        </p:nvSpPr>
        <p:spPr>
          <a:xfrm>
            <a:off x="610482" y="803635"/>
            <a:ext cx="8682087" cy="52507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6921F253-665C-9308-2750-3F1F8E47EF32}"/>
              </a:ext>
            </a:extLst>
          </p:cNvPr>
          <p:cNvSpPr/>
          <p:nvPr/>
        </p:nvSpPr>
        <p:spPr>
          <a:xfrm>
            <a:off x="922697" y="4981128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Signal List</a:t>
            </a:r>
            <a:endParaRPr lang="ko-KR" altLang="en-US" sz="1600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EFBDAD5-CBA4-0D1C-22C2-EF2529603BF8}"/>
              </a:ext>
            </a:extLst>
          </p:cNvPr>
          <p:cNvCxnSpPr>
            <a:cxnSpLocks/>
          </p:cNvCxnSpPr>
          <p:nvPr/>
        </p:nvCxnSpPr>
        <p:spPr>
          <a:xfrm>
            <a:off x="2422689" y="1357460"/>
            <a:ext cx="0" cy="4696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C8B8A40-D5BC-80B5-A9D1-3FA3EE7CAA9E}"/>
              </a:ext>
            </a:extLst>
          </p:cNvPr>
          <p:cNvCxnSpPr/>
          <p:nvPr/>
        </p:nvCxnSpPr>
        <p:spPr>
          <a:xfrm flipH="1">
            <a:off x="610482" y="1357460"/>
            <a:ext cx="18122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889B1B02-470E-333C-971F-88DC3292F18F}"/>
              </a:ext>
            </a:extLst>
          </p:cNvPr>
          <p:cNvCxnSpPr/>
          <p:nvPr/>
        </p:nvCxnSpPr>
        <p:spPr>
          <a:xfrm flipV="1">
            <a:off x="2422689" y="803635"/>
            <a:ext cx="0" cy="553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794E33D-E72C-83A6-4CE8-BAC3D4D59663}"/>
              </a:ext>
            </a:extLst>
          </p:cNvPr>
          <p:cNvSpPr txBox="1"/>
          <p:nvPr/>
        </p:nvSpPr>
        <p:spPr>
          <a:xfrm>
            <a:off x="1100677" y="905309"/>
            <a:ext cx="426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NE504</a:t>
            </a:r>
            <a:endParaRPr lang="ko-KR" altLang="en-US" dirty="0"/>
          </a:p>
        </p:txBody>
      </p:sp>
      <p:pic>
        <p:nvPicPr>
          <p:cNvPr id="27" name="그래픽 26" descr="(해적선 같은) 배 단색으로 채워진">
            <a:extLst>
              <a:ext uri="{FF2B5EF4-FFF2-40B4-BE49-F238E27FC236}">
                <a16:creationId xmlns:a16="http://schemas.microsoft.com/office/drawing/2014/main" id="{63F865C7-BDD0-64FD-C89A-27E159ADD4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798" y="808014"/>
            <a:ext cx="457200" cy="457200"/>
          </a:xfrm>
          <a:prstGeom prst="rect">
            <a:avLst/>
          </a:prstGeom>
        </p:spPr>
      </p:pic>
      <p:sp>
        <p:nvSpPr>
          <p:cNvPr id="30" name="순서도: 수행의 시작/종료 29">
            <a:extLst>
              <a:ext uri="{FF2B5EF4-FFF2-40B4-BE49-F238E27FC236}">
                <a16:creationId xmlns:a16="http://schemas.microsoft.com/office/drawing/2014/main" id="{F7053E37-35D7-933F-3608-59BCAE15A2D0}"/>
              </a:ext>
            </a:extLst>
          </p:cNvPr>
          <p:cNvSpPr/>
          <p:nvPr/>
        </p:nvSpPr>
        <p:spPr>
          <a:xfrm>
            <a:off x="922698" y="3912699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선급 승인</a:t>
            </a:r>
          </a:p>
        </p:txBody>
      </p:sp>
      <p:sp>
        <p:nvSpPr>
          <p:cNvPr id="31" name="순서도: 수행의 시작/종료 30">
            <a:extLst>
              <a:ext uri="{FF2B5EF4-FFF2-40B4-BE49-F238E27FC236}">
                <a16:creationId xmlns:a16="http://schemas.microsoft.com/office/drawing/2014/main" id="{482BAFA4-8799-C226-9C43-B8244D445971}"/>
              </a:ext>
            </a:extLst>
          </p:cNvPr>
          <p:cNvSpPr/>
          <p:nvPr/>
        </p:nvSpPr>
        <p:spPr>
          <a:xfrm>
            <a:off x="922697" y="4440031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Manual</a:t>
            </a:r>
            <a:endParaRPr lang="ko-KR" altLang="en-US" sz="1600" dirty="0"/>
          </a:p>
        </p:txBody>
      </p:sp>
      <p:sp>
        <p:nvSpPr>
          <p:cNvPr id="32" name="순서도: 수행의 시작/종료 31">
            <a:extLst>
              <a:ext uri="{FF2B5EF4-FFF2-40B4-BE49-F238E27FC236}">
                <a16:creationId xmlns:a16="http://schemas.microsoft.com/office/drawing/2014/main" id="{84FA2647-CBCD-2BE2-F865-BFAC35A1DD12}"/>
              </a:ext>
            </a:extLst>
          </p:cNvPr>
          <p:cNvSpPr/>
          <p:nvPr/>
        </p:nvSpPr>
        <p:spPr>
          <a:xfrm>
            <a:off x="2958101" y="5272114"/>
            <a:ext cx="5799056" cy="549107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그래픽 32" descr="돋보기 단색으로 채워진">
            <a:extLst>
              <a:ext uri="{FF2B5EF4-FFF2-40B4-BE49-F238E27FC236}">
                <a16:creationId xmlns:a16="http://schemas.microsoft.com/office/drawing/2014/main" id="{7913A98A-26EA-062B-825E-0E2C0AE92F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78489" y="5343398"/>
            <a:ext cx="457200" cy="4572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C380D03-CE74-23A2-0BBD-E91FB12A3A94}"/>
              </a:ext>
            </a:extLst>
          </p:cNvPr>
          <p:cNvSpPr txBox="1"/>
          <p:nvPr/>
        </p:nvSpPr>
        <p:spPr>
          <a:xfrm>
            <a:off x="3935689" y="5373788"/>
            <a:ext cx="426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NE504 </a:t>
            </a:r>
            <a:r>
              <a:rPr lang="ko-KR" altLang="en-US" dirty="0"/>
              <a:t>호선 관련 자유로운 대화</a:t>
            </a:r>
          </a:p>
        </p:txBody>
      </p:sp>
      <p:sp>
        <p:nvSpPr>
          <p:cNvPr id="37" name="순서도: 수행의 시작/종료 36">
            <a:extLst>
              <a:ext uri="{FF2B5EF4-FFF2-40B4-BE49-F238E27FC236}">
                <a16:creationId xmlns:a16="http://schemas.microsoft.com/office/drawing/2014/main" id="{A7FECC14-A9C4-0B3A-4C8A-CD7F1EA1B984}"/>
              </a:ext>
            </a:extLst>
          </p:cNvPr>
          <p:cNvSpPr/>
          <p:nvPr/>
        </p:nvSpPr>
        <p:spPr>
          <a:xfrm>
            <a:off x="922698" y="5524112"/>
            <a:ext cx="778150" cy="424204"/>
          </a:xfrm>
          <a:prstGeom prst="flowChartTerminato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최근대화</a:t>
            </a:r>
          </a:p>
        </p:txBody>
      </p:sp>
      <p:pic>
        <p:nvPicPr>
          <p:cNvPr id="39" name="그래픽 38" descr="새로 고침 단색으로 채워진">
            <a:extLst>
              <a:ext uri="{FF2B5EF4-FFF2-40B4-BE49-F238E27FC236}">
                <a16:creationId xmlns:a16="http://schemas.microsoft.com/office/drawing/2014/main" id="{ED3DE68C-F997-CF85-7533-31F8209BE1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12058" y="5524115"/>
            <a:ext cx="424201" cy="424201"/>
          </a:xfrm>
          <a:prstGeom prst="rect">
            <a:avLst/>
          </a:prstGeom>
        </p:spPr>
      </p:pic>
      <p:sp>
        <p:nvSpPr>
          <p:cNvPr id="40" name="순서도: 수행의 시작/종료 39">
            <a:extLst>
              <a:ext uri="{FF2B5EF4-FFF2-40B4-BE49-F238E27FC236}">
                <a16:creationId xmlns:a16="http://schemas.microsoft.com/office/drawing/2014/main" id="{193DF915-C45D-6AE2-0F67-9E3E551A7AFA}"/>
              </a:ext>
            </a:extLst>
          </p:cNvPr>
          <p:cNvSpPr/>
          <p:nvPr/>
        </p:nvSpPr>
        <p:spPr>
          <a:xfrm>
            <a:off x="922697" y="1647061"/>
            <a:ext cx="1187773" cy="424204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더하기 기호 40">
            <a:extLst>
              <a:ext uri="{FF2B5EF4-FFF2-40B4-BE49-F238E27FC236}">
                <a16:creationId xmlns:a16="http://schemas.microsoft.com/office/drawing/2014/main" id="{5DE338F1-94BF-B71A-344C-97E8BCEA95D8}"/>
              </a:ext>
            </a:extLst>
          </p:cNvPr>
          <p:cNvSpPr/>
          <p:nvPr/>
        </p:nvSpPr>
        <p:spPr>
          <a:xfrm>
            <a:off x="1315480" y="1644629"/>
            <a:ext cx="402206" cy="40220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CDFDF5A8-364B-8486-CB07-ADFD4C933ACC}"/>
              </a:ext>
            </a:extLst>
          </p:cNvPr>
          <p:cNvCxnSpPr/>
          <p:nvPr/>
        </p:nvCxnSpPr>
        <p:spPr>
          <a:xfrm>
            <a:off x="696798" y="3629320"/>
            <a:ext cx="1622196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더하기 기호 1">
            <a:extLst>
              <a:ext uri="{FF2B5EF4-FFF2-40B4-BE49-F238E27FC236}">
                <a16:creationId xmlns:a16="http://schemas.microsoft.com/office/drawing/2014/main" id="{245CD3BA-15C1-D184-3A21-3AD067572AA0}"/>
              </a:ext>
            </a:extLst>
          </p:cNvPr>
          <p:cNvSpPr/>
          <p:nvPr/>
        </p:nvSpPr>
        <p:spPr>
          <a:xfrm>
            <a:off x="2696639" y="210491"/>
            <a:ext cx="360000" cy="360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5C838D5-CAC9-AB34-5DDF-8834384F3AE5}"/>
              </a:ext>
            </a:extLst>
          </p:cNvPr>
          <p:cNvSpPr/>
          <p:nvPr/>
        </p:nvSpPr>
        <p:spPr>
          <a:xfrm>
            <a:off x="607533" y="817573"/>
            <a:ext cx="8685036" cy="5246351"/>
          </a:xfrm>
          <a:prstGeom prst="rect">
            <a:avLst/>
          </a:prstGeom>
          <a:solidFill>
            <a:schemeClr val="tx1">
              <a:lumMod val="50000"/>
              <a:lumOff val="5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3E13D88-47A8-5C66-6605-02FA836183F2}"/>
              </a:ext>
            </a:extLst>
          </p:cNvPr>
          <p:cNvSpPr/>
          <p:nvPr/>
        </p:nvSpPr>
        <p:spPr>
          <a:xfrm>
            <a:off x="1424304" y="1206364"/>
            <a:ext cx="7147614" cy="47419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순서도: 수행의 시작/종료 4">
            <a:extLst>
              <a:ext uri="{FF2B5EF4-FFF2-40B4-BE49-F238E27FC236}">
                <a16:creationId xmlns:a16="http://schemas.microsoft.com/office/drawing/2014/main" id="{F6BE2563-8BC5-76D6-7C2A-3CCF9685CA44}"/>
              </a:ext>
            </a:extLst>
          </p:cNvPr>
          <p:cNvSpPr/>
          <p:nvPr/>
        </p:nvSpPr>
        <p:spPr>
          <a:xfrm>
            <a:off x="1684203" y="1531121"/>
            <a:ext cx="1040738" cy="366087"/>
          </a:xfrm>
          <a:prstGeom prst="flowChartTerminator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TP</a:t>
            </a:r>
            <a:endParaRPr lang="ko-KR" altLang="en-US" sz="1000" dirty="0"/>
          </a:p>
        </p:txBody>
      </p:sp>
      <p:sp>
        <p:nvSpPr>
          <p:cNvPr id="6" name="순서도: 수행의 시작/종료 5">
            <a:extLst>
              <a:ext uri="{FF2B5EF4-FFF2-40B4-BE49-F238E27FC236}">
                <a16:creationId xmlns:a16="http://schemas.microsoft.com/office/drawing/2014/main" id="{E69D38D2-1760-EC5C-1A8B-E075A0DB958F}"/>
              </a:ext>
            </a:extLst>
          </p:cNvPr>
          <p:cNvSpPr/>
          <p:nvPr/>
        </p:nvSpPr>
        <p:spPr>
          <a:xfrm>
            <a:off x="2848957" y="1546400"/>
            <a:ext cx="1040738" cy="36608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승인도</a:t>
            </a:r>
          </a:p>
        </p:txBody>
      </p:sp>
      <p:sp>
        <p:nvSpPr>
          <p:cNvPr id="8" name="순서도: 수행의 시작/종료 7">
            <a:extLst>
              <a:ext uri="{FF2B5EF4-FFF2-40B4-BE49-F238E27FC236}">
                <a16:creationId xmlns:a16="http://schemas.microsoft.com/office/drawing/2014/main" id="{21EB63F6-4A9F-D28E-BD47-7CC5BAEC6225}"/>
              </a:ext>
            </a:extLst>
          </p:cNvPr>
          <p:cNvSpPr/>
          <p:nvPr/>
        </p:nvSpPr>
        <p:spPr>
          <a:xfrm>
            <a:off x="4016779" y="1541937"/>
            <a:ext cx="1040738" cy="366087"/>
          </a:xfrm>
          <a:prstGeom prst="flowChartTerminator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공사도</a:t>
            </a:r>
          </a:p>
        </p:txBody>
      </p:sp>
      <p:sp>
        <p:nvSpPr>
          <p:cNvPr id="9" name="순서도: 수행의 시작/종료 8">
            <a:extLst>
              <a:ext uri="{FF2B5EF4-FFF2-40B4-BE49-F238E27FC236}">
                <a16:creationId xmlns:a16="http://schemas.microsoft.com/office/drawing/2014/main" id="{46446956-3A96-A2E3-FDB5-0C05E00CB312}"/>
              </a:ext>
            </a:extLst>
          </p:cNvPr>
          <p:cNvSpPr/>
          <p:nvPr/>
        </p:nvSpPr>
        <p:spPr>
          <a:xfrm>
            <a:off x="5190068" y="1541937"/>
            <a:ext cx="1040738" cy="366087"/>
          </a:xfrm>
          <a:prstGeom prst="flowChartTerminator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완성도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C13581-42FD-6A69-C6DE-7B0643EDAB41}"/>
              </a:ext>
            </a:extLst>
          </p:cNvPr>
          <p:cNvSpPr txBox="1"/>
          <p:nvPr/>
        </p:nvSpPr>
        <p:spPr>
          <a:xfrm>
            <a:off x="1655431" y="2091905"/>
            <a:ext cx="7865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Rev. </a:t>
            </a:r>
            <a:r>
              <a:rPr lang="ko-KR" altLang="en-US" sz="1000" dirty="0"/>
              <a:t>번호</a:t>
            </a: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668380CC-229C-E438-9242-3ADC60CD259F}"/>
              </a:ext>
            </a:extLst>
          </p:cNvPr>
          <p:cNvSpPr/>
          <p:nvPr/>
        </p:nvSpPr>
        <p:spPr>
          <a:xfrm>
            <a:off x="2365273" y="2106279"/>
            <a:ext cx="223193" cy="21453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20" name="순서도: 대체 처리 19">
            <a:extLst>
              <a:ext uri="{FF2B5EF4-FFF2-40B4-BE49-F238E27FC236}">
                <a16:creationId xmlns:a16="http://schemas.microsoft.com/office/drawing/2014/main" id="{62833D1E-0CD3-9F30-27FD-B33502C0C5AF}"/>
              </a:ext>
            </a:extLst>
          </p:cNvPr>
          <p:cNvSpPr/>
          <p:nvPr/>
        </p:nvSpPr>
        <p:spPr>
          <a:xfrm>
            <a:off x="1800517" y="3153989"/>
            <a:ext cx="6404634" cy="68312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endParaRPr lang="ko-KR" alt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6D18A6-C974-FC36-B76A-8614932A2997}"/>
              </a:ext>
            </a:extLst>
          </p:cNvPr>
          <p:cNvSpPr txBox="1"/>
          <p:nvPr/>
        </p:nvSpPr>
        <p:spPr>
          <a:xfrm>
            <a:off x="1639472" y="3974589"/>
            <a:ext cx="5525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P&amp;ID </a:t>
            </a:r>
            <a:r>
              <a:rPr lang="ko-KR" altLang="en-US" sz="1000" dirty="0"/>
              <a:t>수정 내용</a:t>
            </a:r>
          </a:p>
        </p:txBody>
      </p:sp>
      <p:sp>
        <p:nvSpPr>
          <p:cNvPr id="22" name="순서도: 대체 처리 21">
            <a:extLst>
              <a:ext uri="{FF2B5EF4-FFF2-40B4-BE49-F238E27FC236}">
                <a16:creationId xmlns:a16="http://schemas.microsoft.com/office/drawing/2014/main" id="{555B1E35-C0F0-682A-76A0-85BA01DCC6EF}"/>
              </a:ext>
            </a:extLst>
          </p:cNvPr>
          <p:cNvSpPr/>
          <p:nvPr/>
        </p:nvSpPr>
        <p:spPr>
          <a:xfrm>
            <a:off x="1784559" y="4220810"/>
            <a:ext cx="6404634" cy="370995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100" dirty="0"/>
              <a:t>[PNID] (Rev.0) NACKS_NE504_NK_ECU900Bx2_MIX (2025.02.13.).pdf</a:t>
            </a:r>
            <a:endParaRPr lang="ko-KR" altLang="en-US" sz="1100" dirty="0"/>
          </a:p>
        </p:txBody>
      </p:sp>
      <p:sp>
        <p:nvSpPr>
          <p:cNvPr id="23" name="순서도: 대체 처리 22">
            <a:extLst>
              <a:ext uri="{FF2B5EF4-FFF2-40B4-BE49-F238E27FC236}">
                <a16:creationId xmlns:a16="http://schemas.microsoft.com/office/drawing/2014/main" id="{2C256AE3-1EDD-7CCB-A1BF-79808FAA05C6}"/>
              </a:ext>
            </a:extLst>
          </p:cNvPr>
          <p:cNvSpPr/>
          <p:nvPr/>
        </p:nvSpPr>
        <p:spPr>
          <a:xfrm>
            <a:off x="1784559" y="4699872"/>
            <a:ext cx="6404634" cy="68312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ko-KR" altLang="en-US" sz="1100" dirty="0"/>
          </a:p>
        </p:txBody>
      </p:sp>
      <p:sp>
        <p:nvSpPr>
          <p:cNvPr id="29" name="순서도: 수행의 시작/종료 28">
            <a:extLst>
              <a:ext uri="{FF2B5EF4-FFF2-40B4-BE49-F238E27FC236}">
                <a16:creationId xmlns:a16="http://schemas.microsoft.com/office/drawing/2014/main" id="{1B2EDC19-E0F6-0972-8241-30BDD0060B38}"/>
              </a:ext>
            </a:extLst>
          </p:cNvPr>
          <p:cNvSpPr/>
          <p:nvPr/>
        </p:nvSpPr>
        <p:spPr>
          <a:xfrm>
            <a:off x="5550051" y="5467925"/>
            <a:ext cx="1040738" cy="366087"/>
          </a:xfrm>
          <a:prstGeom prst="flowChartTerminator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상신하기</a:t>
            </a:r>
          </a:p>
        </p:txBody>
      </p:sp>
      <p:sp>
        <p:nvSpPr>
          <p:cNvPr id="35" name="순서도: 수행의 시작/종료 34">
            <a:extLst>
              <a:ext uri="{FF2B5EF4-FFF2-40B4-BE49-F238E27FC236}">
                <a16:creationId xmlns:a16="http://schemas.microsoft.com/office/drawing/2014/main" id="{385C62F4-991F-9D30-A587-0D9FD7DE7AD8}"/>
              </a:ext>
            </a:extLst>
          </p:cNvPr>
          <p:cNvSpPr/>
          <p:nvPr/>
        </p:nvSpPr>
        <p:spPr>
          <a:xfrm>
            <a:off x="3315210" y="5461529"/>
            <a:ext cx="1512997" cy="366087"/>
          </a:xfrm>
          <a:prstGeom prst="flowChartTerminator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      체크리스트 작성</a:t>
            </a:r>
          </a:p>
        </p:txBody>
      </p:sp>
      <p:pic>
        <p:nvPicPr>
          <p:cNvPr id="45" name="그래픽 44" descr="새로 고침 단색으로 채워진">
            <a:extLst>
              <a:ext uri="{FF2B5EF4-FFF2-40B4-BE49-F238E27FC236}">
                <a16:creationId xmlns:a16="http://schemas.microsoft.com/office/drawing/2014/main" id="{628FD91D-5D7C-69E1-F71F-57955249E5C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75540" y="5542414"/>
            <a:ext cx="194441" cy="194441"/>
          </a:xfrm>
          <a:prstGeom prst="rect">
            <a:avLst/>
          </a:prstGeom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B5A3DC38-D6CD-E68F-08EA-77AD392E7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6" y="196553"/>
            <a:ext cx="9504000" cy="360000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II. 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나의 프로젝트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-NE504-     -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승인도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체크리스트 작성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A22C80-6712-0800-889B-8C39441F98E2}"/>
              </a:ext>
            </a:extLst>
          </p:cNvPr>
          <p:cNvSpPr txBox="1"/>
          <p:nvPr/>
        </p:nvSpPr>
        <p:spPr>
          <a:xfrm>
            <a:off x="1655430" y="2428706"/>
            <a:ext cx="5525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조선소 </a:t>
            </a:r>
            <a:r>
              <a:rPr lang="en-US" altLang="ko-KR" sz="1000" dirty="0"/>
              <a:t>POS</a:t>
            </a:r>
            <a:endParaRPr lang="ko-KR" altLang="en-US" sz="1000" dirty="0"/>
          </a:p>
        </p:txBody>
      </p:sp>
      <p:sp>
        <p:nvSpPr>
          <p:cNvPr id="11" name="순서도: 대체 처리 10">
            <a:extLst>
              <a:ext uri="{FF2B5EF4-FFF2-40B4-BE49-F238E27FC236}">
                <a16:creationId xmlns:a16="http://schemas.microsoft.com/office/drawing/2014/main" id="{0606F9B6-99D1-0CB8-A2C5-584C472FB9DD}"/>
              </a:ext>
            </a:extLst>
          </p:cNvPr>
          <p:cNvSpPr/>
          <p:nvPr/>
        </p:nvSpPr>
        <p:spPr>
          <a:xfrm>
            <a:off x="1800517" y="2674927"/>
            <a:ext cx="6404634" cy="370995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100" dirty="0"/>
              <a:t>NE504_246206_000.docx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039240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00"/>
    </mc:Choice>
    <mc:Fallback xmlns="">
      <p:transition spd="slow" advTm="295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22654-C2C0-074D-DE15-5CC830F1D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1AA09FE7-36CD-71E2-A55B-7530F8B44218}"/>
              </a:ext>
            </a:extLst>
          </p:cNvPr>
          <p:cNvSpPr/>
          <p:nvPr/>
        </p:nvSpPr>
        <p:spPr>
          <a:xfrm>
            <a:off x="610482" y="803635"/>
            <a:ext cx="8682087" cy="52507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순서도: 수행의 시작/종료 15">
            <a:extLst>
              <a:ext uri="{FF2B5EF4-FFF2-40B4-BE49-F238E27FC236}">
                <a16:creationId xmlns:a16="http://schemas.microsoft.com/office/drawing/2014/main" id="{132A75F4-CE88-B7B5-1C26-1E5F124177BC}"/>
              </a:ext>
            </a:extLst>
          </p:cNvPr>
          <p:cNvSpPr/>
          <p:nvPr/>
        </p:nvSpPr>
        <p:spPr>
          <a:xfrm>
            <a:off x="922697" y="4981128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Signal List</a:t>
            </a:r>
            <a:endParaRPr lang="ko-KR" altLang="en-US" sz="1600" dirty="0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3F7FB4BA-37E1-7369-7E08-C76ECC1D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6" y="196553"/>
            <a:ext cx="9504000" cy="360000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II. 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나의 프로젝트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-NE504-     -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승인도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8A3668A-19AD-F1DF-0AB5-9E43B1832DDA}"/>
              </a:ext>
            </a:extLst>
          </p:cNvPr>
          <p:cNvCxnSpPr>
            <a:cxnSpLocks/>
          </p:cNvCxnSpPr>
          <p:nvPr/>
        </p:nvCxnSpPr>
        <p:spPr>
          <a:xfrm>
            <a:off x="2422689" y="1357460"/>
            <a:ext cx="0" cy="4696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F5BC411-0BD2-DE91-2103-F22F1E28D6FF}"/>
              </a:ext>
            </a:extLst>
          </p:cNvPr>
          <p:cNvCxnSpPr/>
          <p:nvPr/>
        </p:nvCxnSpPr>
        <p:spPr>
          <a:xfrm flipH="1">
            <a:off x="610482" y="1357460"/>
            <a:ext cx="18122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D2D9F94-DBA1-E13E-B2B3-FA817FF95E21}"/>
              </a:ext>
            </a:extLst>
          </p:cNvPr>
          <p:cNvCxnSpPr/>
          <p:nvPr/>
        </p:nvCxnSpPr>
        <p:spPr>
          <a:xfrm flipV="1">
            <a:off x="2422689" y="803635"/>
            <a:ext cx="0" cy="553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3B322B1-6C64-C3DD-E2E2-B5503AF10A00}"/>
              </a:ext>
            </a:extLst>
          </p:cNvPr>
          <p:cNvSpPr txBox="1"/>
          <p:nvPr/>
        </p:nvSpPr>
        <p:spPr>
          <a:xfrm>
            <a:off x="1100677" y="905309"/>
            <a:ext cx="426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NE504</a:t>
            </a:r>
            <a:endParaRPr lang="ko-KR" altLang="en-US" dirty="0"/>
          </a:p>
        </p:txBody>
      </p:sp>
      <p:pic>
        <p:nvPicPr>
          <p:cNvPr id="27" name="그래픽 26" descr="(해적선 같은) 배 단색으로 채워진">
            <a:extLst>
              <a:ext uri="{FF2B5EF4-FFF2-40B4-BE49-F238E27FC236}">
                <a16:creationId xmlns:a16="http://schemas.microsoft.com/office/drawing/2014/main" id="{C87B0325-03B7-53A0-37D1-490790BE61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798" y="808014"/>
            <a:ext cx="457200" cy="457200"/>
          </a:xfrm>
          <a:prstGeom prst="rect">
            <a:avLst/>
          </a:prstGeom>
        </p:spPr>
      </p:pic>
      <p:sp>
        <p:nvSpPr>
          <p:cNvPr id="30" name="순서도: 수행의 시작/종료 29">
            <a:extLst>
              <a:ext uri="{FF2B5EF4-FFF2-40B4-BE49-F238E27FC236}">
                <a16:creationId xmlns:a16="http://schemas.microsoft.com/office/drawing/2014/main" id="{0CE91B4D-65E1-71FB-5044-DBA21CBE6201}"/>
              </a:ext>
            </a:extLst>
          </p:cNvPr>
          <p:cNvSpPr/>
          <p:nvPr/>
        </p:nvSpPr>
        <p:spPr>
          <a:xfrm>
            <a:off x="922698" y="3912699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선급 승인</a:t>
            </a:r>
          </a:p>
        </p:txBody>
      </p:sp>
      <p:sp>
        <p:nvSpPr>
          <p:cNvPr id="31" name="순서도: 수행의 시작/종료 30">
            <a:extLst>
              <a:ext uri="{FF2B5EF4-FFF2-40B4-BE49-F238E27FC236}">
                <a16:creationId xmlns:a16="http://schemas.microsoft.com/office/drawing/2014/main" id="{04DC07CC-22D3-F8AE-1B58-F22332790E7F}"/>
              </a:ext>
            </a:extLst>
          </p:cNvPr>
          <p:cNvSpPr/>
          <p:nvPr/>
        </p:nvSpPr>
        <p:spPr>
          <a:xfrm>
            <a:off x="922697" y="4440031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Manual</a:t>
            </a:r>
            <a:endParaRPr lang="ko-KR" altLang="en-US" sz="1600" dirty="0"/>
          </a:p>
        </p:txBody>
      </p:sp>
      <p:sp>
        <p:nvSpPr>
          <p:cNvPr id="32" name="순서도: 수행의 시작/종료 31">
            <a:extLst>
              <a:ext uri="{FF2B5EF4-FFF2-40B4-BE49-F238E27FC236}">
                <a16:creationId xmlns:a16="http://schemas.microsoft.com/office/drawing/2014/main" id="{820BB626-30B6-3B25-6F01-DDC69718839E}"/>
              </a:ext>
            </a:extLst>
          </p:cNvPr>
          <p:cNvSpPr/>
          <p:nvPr/>
        </p:nvSpPr>
        <p:spPr>
          <a:xfrm>
            <a:off x="2958101" y="5272114"/>
            <a:ext cx="5799056" cy="549107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그래픽 32" descr="돋보기 단색으로 채워진">
            <a:extLst>
              <a:ext uri="{FF2B5EF4-FFF2-40B4-BE49-F238E27FC236}">
                <a16:creationId xmlns:a16="http://schemas.microsoft.com/office/drawing/2014/main" id="{56D3A349-34E0-C08D-86B7-AC2D8B58E3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78489" y="5343398"/>
            <a:ext cx="457200" cy="4572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9093874-F151-50F7-6399-B52900397F85}"/>
              </a:ext>
            </a:extLst>
          </p:cNvPr>
          <p:cNvSpPr txBox="1"/>
          <p:nvPr/>
        </p:nvSpPr>
        <p:spPr>
          <a:xfrm>
            <a:off x="3935689" y="5373788"/>
            <a:ext cx="426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NE504 </a:t>
            </a:r>
            <a:r>
              <a:rPr lang="ko-KR" altLang="en-US" dirty="0"/>
              <a:t>호선 관련 자유로운 대화</a:t>
            </a:r>
          </a:p>
        </p:txBody>
      </p:sp>
      <p:sp>
        <p:nvSpPr>
          <p:cNvPr id="37" name="순서도: 수행의 시작/종료 36">
            <a:extLst>
              <a:ext uri="{FF2B5EF4-FFF2-40B4-BE49-F238E27FC236}">
                <a16:creationId xmlns:a16="http://schemas.microsoft.com/office/drawing/2014/main" id="{86C22EA3-7134-459F-8294-65BF22618F28}"/>
              </a:ext>
            </a:extLst>
          </p:cNvPr>
          <p:cNvSpPr/>
          <p:nvPr/>
        </p:nvSpPr>
        <p:spPr>
          <a:xfrm>
            <a:off x="922698" y="5524112"/>
            <a:ext cx="778150" cy="424204"/>
          </a:xfrm>
          <a:prstGeom prst="flowChartTerminato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최근대화</a:t>
            </a:r>
          </a:p>
        </p:txBody>
      </p:sp>
      <p:pic>
        <p:nvPicPr>
          <p:cNvPr id="39" name="그래픽 38" descr="새로 고침 단색으로 채워진">
            <a:extLst>
              <a:ext uri="{FF2B5EF4-FFF2-40B4-BE49-F238E27FC236}">
                <a16:creationId xmlns:a16="http://schemas.microsoft.com/office/drawing/2014/main" id="{F30DA8F6-D863-921A-19DA-3C3062259D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12058" y="5524115"/>
            <a:ext cx="424201" cy="424201"/>
          </a:xfrm>
          <a:prstGeom prst="rect">
            <a:avLst/>
          </a:prstGeom>
        </p:spPr>
      </p:pic>
      <p:sp>
        <p:nvSpPr>
          <p:cNvPr id="40" name="순서도: 수행의 시작/종료 39">
            <a:extLst>
              <a:ext uri="{FF2B5EF4-FFF2-40B4-BE49-F238E27FC236}">
                <a16:creationId xmlns:a16="http://schemas.microsoft.com/office/drawing/2014/main" id="{3B8C9FF9-1EDE-D9A3-B425-5483094165AB}"/>
              </a:ext>
            </a:extLst>
          </p:cNvPr>
          <p:cNvSpPr/>
          <p:nvPr/>
        </p:nvSpPr>
        <p:spPr>
          <a:xfrm>
            <a:off x="922697" y="1647061"/>
            <a:ext cx="1187773" cy="424204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더하기 기호 40">
            <a:extLst>
              <a:ext uri="{FF2B5EF4-FFF2-40B4-BE49-F238E27FC236}">
                <a16:creationId xmlns:a16="http://schemas.microsoft.com/office/drawing/2014/main" id="{E0D52176-67A2-7AF5-0C7F-D2F9AFEC051B}"/>
              </a:ext>
            </a:extLst>
          </p:cNvPr>
          <p:cNvSpPr/>
          <p:nvPr/>
        </p:nvSpPr>
        <p:spPr>
          <a:xfrm>
            <a:off x="1315480" y="1644629"/>
            <a:ext cx="402206" cy="40220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D7DC75AB-320F-822E-1665-603B18872936}"/>
              </a:ext>
            </a:extLst>
          </p:cNvPr>
          <p:cNvCxnSpPr/>
          <p:nvPr/>
        </p:nvCxnSpPr>
        <p:spPr>
          <a:xfrm>
            <a:off x="696798" y="3629320"/>
            <a:ext cx="1622196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더하기 기호 1">
            <a:extLst>
              <a:ext uri="{FF2B5EF4-FFF2-40B4-BE49-F238E27FC236}">
                <a16:creationId xmlns:a16="http://schemas.microsoft.com/office/drawing/2014/main" id="{99BBA4A1-60C9-D9A4-7387-A95E28CB30D1}"/>
              </a:ext>
            </a:extLst>
          </p:cNvPr>
          <p:cNvSpPr/>
          <p:nvPr/>
        </p:nvSpPr>
        <p:spPr>
          <a:xfrm>
            <a:off x="2696639" y="210491"/>
            <a:ext cx="360000" cy="360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412491C-5AA1-BB50-AC99-B146659AF45D}"/>
              </a:ext>
            </a:extLst>
          </p:cNvPr>
          <p:cNvSpPr/>
          <p:nvPr/>
        </p:nvSpPr>
        <p:spPr>
          <a:xfrm>
            <a:off x="625045" y="803635"/>
            <a:ext cx="8685036" cy="5246351"/>
          </a:xfrm>
          <a:prstGeom prst="rect">
            <a:avLst/>
          </a:prstGeom>
          <a:solidFill>
            <a:schemeClr val="tx1">
              <a:lumMod val="50000"/>
              <a:lumOff val="5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9DBB032-12D3-9E74-1FE1-ABAAEA2E7572}"/>
              </a:ext>
            </a:extLst>
          </p:cNvPr>
          <p:cNvSpPr/>
          <p:nvPr/>
        </p:nvSpPr>
        <p:spPr>
          <a:xfrm>
            <a:off x="1424304" y="1206364"/>
            <a:ext cx="7147614" cy="47419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순서도: 수행의 시작/종료 4">
            <a:extLst>
              <a:ext uri="{FF2B5EF4-FFF2-40B4-BE49-F238E27FC236}">
                <a16:creationId xmlns:a16="http://schemas.microsoft.com/office/drawing/2014/main" id="{CACFA5FE-DD8C-FE68-D5E5-CF974DF1F9C9}"/>
              </a:ext>
            </a:extLst>
          </p:cNvPr>
          <p:cNvSpPr/>
          <p:nvPr/>
        </p:nvSpPr>
        <p:spPr>
          <a:xfrm>
            <a:off x="1684203" y="1531121"/>
            <a:ext cx="1040738" cy="366087"/>
          </a:xfrm>
          <a:prstGeom prst="flowChartTerminator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TP</a:t>
            </a:r>
            <a:endParaRPr lang="ko-KR" altLang="en-US" sz="1000" dirty="0"/>
          </a:p>
        </p:txBody>
      </p:sp>
      <p:sp>
        <p:nvSpPr>
          <p:cNvPr id="6" name="순서도: 수행의 시작/종료 5">
            <a:extLst>
              <a:ext uri="{FF2B5EF4-FFF2-40B4-BE49-F238E27FC236}">
                <a16:creationId xmlns:a16="http://schemas.microsoft.com/office/drawing/2014/main" id="{6E7D2ED5-FF10-5960-F42D-2C6F242966ED}"/>
              </a:ext>
            </a:extLst>
          </p:cNvPr>
          <p:cNvSpPr/>
          <p:nvPr/>
        </p:nvSpPr>
        <p:spPr>
          <a:xfrm>
            <a:off x="2848957" y="1546400"/>
            <a:ext cx="1040738" cy="36608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승인도</a:t>
            </a:r>
          </a:p>
        </p:txBody>
      </p:sp>
      <p:sp>
        <p:nvSpPr>
          <p:cNvPr id="8" name="순서도: 수행의 시작/종료 7">
            <a:extLst>
              <a:ext uri="{FF2B5EF4-FFF2-40B4-BE49-F238E27FC236}">
                <a16:creationId xmlns:a16="http://schemas.microsoft.com/office/drawing/2014/main" id="{5288802E-65BE-3FB1-38C8-C46037F31509}"/>
              </a:ext>
            </a:extLst>
          </p:cNvPr>
          <p:cNvSpPr/>
          <p:nvPr/>
        </p:nvSpPr>
        <p:spPr>
          <a:xfrm>
            <a:off x="4016779" y="1541937"/>
            <a:ext cx="1040738" cy="366087"/>
          </a:xfrm>
          <a:prstGeom prst="flowChartTerminator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공사도</a:t>
            </a:r>
          </a:p>
        </p:txBody>
      </p:sp>
      <p:sp>
        <p:nvSpPr>
          <p:cNvPr id="9" name="순서도: 수행의 시작/종료 8">
            <a:extLst>
              <a:ext uri="{FF2B5EF4-FFF2-40B4-BE49-F238E27FC236}">
                <a16:creationId xmlns:a16="http://schemas.microsoft.com/office/drawing/2014/main" id="{98F757A5-22B4-7386-A619-C30120FC2C4A}"/>
              </a:ext>
            </a:extLst>
          </p:cNvPr>
          <p:cNvSpPr/>
          <p:nvPr/>
        </p:nvSpPr>
        <p:spPr>
          <a:xfrm>
            <a:off x="5190068" y="1541937"/>
            <a:ext cx="1040738" cy="366087"/>
          </a:xfrm>
          <a:prstGeom prst="flowChartTerminator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완성도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BA8F87-8387-8B41-9498-04DD9F0E9D3E}"/>
              </a:ext>
            </a:extLst>
          </p:cNvPr>
          <p:cNvSpPr txBox="1"/>
          <p:nvPr/>
        </p:nvSpPr>
        <p:spPr>
          <a:xfrm>
            <a:off x="1655431" y="2091905"/>
            <a:ext cx="7865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Rev. </a:t>
            </a:r>
            <a:r>
              <a:rPr lang="ko-KR" altLang="en-US" sz="1000" dirty="0"/>
              <a:t>번호</a:t>
            </a: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2AB608D5-1A72-C506-53B1-B9C9BD740A44}"/>
              </a:ext>
            </a:extLst>
          </p:cNvPr>
          <p:cNvSpPr/>
          <p:nvPr/>
        </p:nvSpPr>
        <p:spPr>
          <a:xfrm>
            <a:off x="2365273" y="2106279"/>
            <a:ext cx="223193" cy="21453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20" name="순서도: 대체 처리 19">
            <a:extLst>
              <a:ext uri="{FF2B5EF4-FFF2-40B4-BE49-F238E27FC236}">
                <a16:creationId xmlns:a16="http://schemas.microsoft.com/office/drawing/2014/main" id="{597B1A40-DE4E-C1DA-7145-003CF39A424C}"/>
              </a:ext>
            </a:extLst>
          </p:cNvPr>
          <p:cNvSpPr/>
          <p:nvPr/>
        </p:nvSpPr>
        <p:spPr>
          <a:xfrm>
            <a:off x="1800517" y="3153989"/>
            <a:ext cx="6404634" cy="68312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endParaRPr lang="ko-KR" alt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D7DDFE-6996-97BC-5B57-618E1517C4E4}"/>
              </a:ext>
            </a:extLst>
          </p:cNvPr>
          <p:cNvSpPr txBox="1"/>
          <p:nvPr/>
        </p:nvSpPr>
        <p:spPr>
          <a:xfrm>
            <a:off x="1639472" y="3974589"/>
            <a:ext cx="5525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P&amp;ID </a:t>
            </a:r>
            <a:r>
              <a:rPr lang="ko-KR" altLang="en-US" sz="1000" dirty="0"/>
              <a:t>수정 내용</a:t>
            </a:r>
          </a:p>
        </p:txBody>
      </p:sp>
      <p:sp>
        <p:nvSpPr>
          <p:cNvPr id="22" name="순서도: 대체 처리 21">
            <a:extLst>
              <a:ext uri="{FF2B5EF4-FFF2-40B4-BE49-F238E27FC236}">
                <a16:creationId xmlns:a16="http://schemas.microsoft.com/office/drawing/2014/main" id="{7958FECD-9236-52BD-283D-E9B090BB4586}"/>
              </a:ext>
            </a:extLst>
          </p:cNvPr>
          <p:cNvSpPr/>
          <p:nvPr/>
        </p:nvSpPr>
        <p:spPr>
          <a:xfrm>
            <a:off x="1784559" y="4220810"/>
            <a:ext cx="6404634" cy="370995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100" dirty="0"/>
              <a:t>[PNID] (Rev.0) NACKS_NE504_NK_ECU900Bx2_MIX (2025.02.13.).pdf</a:t>
            </a:r>
            <a:endParaRPr lang="ko-KR" altLang="en-US" sz="1100" dirty="0"/>
          </a:p>
        </p:txBody>
      </p:sp>
      <p:sp>
        <p:nvSpPr>
          <p:cNvPr id="23" name="순서도: 대체 처리 22">
            <a:extLst>
              <a:ext uri="{FF2B5EF4-FFF2-40B4-BE49-F238E27FC236}">
                <a16:creationId xmlns:a16="http://schemas.microsoft.com/office/drawing/2014/main" id="{46AA67F9-8B40-D0F5-DB46-F05393CE8A8B}"/>
              </a:ext>
            </a:extLst>
          </p:cNvPr>
          <p:cNvSpPr/>
          <p:nvPr/>
        </p:nvSpPr>
        <p:spPr>
          <a:xfrm>
            <a:off x="1784559" y="4699872"/>
            <a:ext cx="6404634" cy="68312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ko-KR" altLang="en-US" sz="1100" dirty="0"/>
          </a:p>
        </p:txBody>
      </p:sp>
      <p:sp>
        <p:nvSpPr>
          <p:cNvPr id="35" name="순서도: 수행의 시작/종료 34">
            <a:extLst>
              <a:ext uri="{FF2B5EF4-FFF2-40B4-BE49-F238E27FC236}">
                <a16:creationId xmlns:a16="http://schemas.microsoft.com/office/drawing/2014/main" id="{E0E93463-32F4-8656-4E8D-CCEC64089278}"/>
              </a:ext>
            </a:extLst>
          </p:cNvPr>
          <p:cNvSpPr/>
          <p:nvPr/>
        </p:nvSpPr>
        <p:spPr>
          <a:xfrm>
            <a:off x="3315211" y="5461529"/>
            <a:ext cx="1164510" cy="366087"/>
          </a:xfrm>
          <a:prstGeom prst="flowChartTerminator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체크리스트 보기</a:t>
            </a:r>
          </a:p>
        </p:txBody>
      </p:sp>
      <p:sp>
        <p:nvSpPr>
          <p:cNvPr id="46" name="순서도: 수행의 시작/종료 45">
            <a:extLst>
              <a:ext uri="{FF2B5EF4-FFF2-40B4-BE49-F238E27FC236}">
                <a16:creationId xmlns:a16="http://schemas.microsoft.com/office/drawing/2014/main" id="{3795C048-1720-76B0-FCC4-1AFEEADA3675}"/>
              </a:ext>
            </a:extLst>
          </p:cNvPr>
          <p:cNvSpPr/>
          <p:nvPr/>
        </p:nvSpPr>
        <p:spPr>
          <a:xfrm>
            <a:off x="4560885" y="5467925"/>
            <a:ext cx="622397" cy="366087"/>
          </a:xfrm>
          <a:prstGeom prst="flowChartTerminator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재검토</a:t>
            </a:r>
          </a:p>
        </p:txBody>
      </p:sp>
      <p:sp>
        <p:nvSpPr>
          <p:cNvPr id="47" name="순서도: 수행의 시작/종료 46">
            <a:extLst>
              <a:ext uri="{FF2B5EF4-FFF2-40B4-BE49-F238E27FC236}">
                <a16:creationId xmlns:a16="http://schemas.microsoft.com/office/drawing/2014/main" id="{1F6CE601-6FD9-889D-20DD-FE8A52D617A7}"/>
              </a:ext>
            </a:extLst>
          </p:cNvPr>
          <p:cNvSpPr/>
          <p:nvPr/>
        </p:nvSpPr>
        <p:spPr>
          <a:xfrm>
            <a:off x="5550051" y="5467925"/>
            <a:ext cx="1040738" cy="366087"/>
          </a:xfrm>
          <a:prstGeom prst="flowChartTerminator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상신하기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985416-9183-318C-667C-B87D826BADC9}"/>
              </a:ext>
            </a:extLst>
          </p:cNvPr>
          <p:cNvSpPr txBox="1"/>
          <p:nvPr/>
        </p:nvSpPr>
        <p:spPr>
          <a:xfrm>
            <a:off x="6578478" y="5534341"/>
            <a:ext cx="16107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미처리 행</a:t>
            </a:r>
            <a:r>
              <a:rPr lang="en-US" altLang="ko-KR" sz="1000" dirty="0">
                <a:solidFill>
                  <a:srgbClr val="FF0000"/>
                </a:solidFill>
              </a:rPr>
              <a:t>:</a:t>
            </a:r>
            <a:r>
              <a:rPr lang="en-US" altLang="ko-KR" sz="1000" dirty="0"/>
              <a:t> </a:t>
            </a:r>
            <a:r>
              <a:rPr lang="en-US" altLang="ko-KR" sz="1000" dirty="0">
                <a:highlight>
                  <a:srgbClr val="FFFF00"/>
                </a:highlight>
              </a:rPr>
              <a:t>12</a:t>
            </a:r>
            <a:r>
              <a:rPr lang="en-US" altLang="ko-KR" sz="1000" dirty="0"/>
              <a:t>; </a:t>
            </a:r>
            <a:r>
              <a:rPr lang="en-US" altLang="ko-KR" sz="1000" dirty="0">
                <a:highlight>
                  <a:srgbClr val="FF0000"/>
                </a:highlight>
              </a:rPr>
              <a:t>9</a:t>
            </a:r>
            <a:endParaRPr lang="ko-KR" altLang="en-US" sz="1000" dirty="0">
              <a:highlight>
                <a:srgbClr val="FF00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234092-A244-7F8C-3108-ABF9B2973ADB}"/>
              </a:ext>
            </a:extLst>
          </p:cNvPr>
          <p:cNvSpPr txBox="1"/>
          <p:nvPr/>
        </p:nvSpPr>
        <p:spPr>
          <a:xfrm>
            <a:off x="1655430" y="2428706"/>
            <a:ext cx="5525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조선소 </a:t>
            </a:r>
            <a:r>
              <a:rPr lang="en-US" altLang="ko-KR" sz="1000" dirty="0"/>
              <a:t>POS</a:t>
            </a:r>
            <a:endParaRPr lang="ko-KR" altLang="en-US" sz="1000" dirty="0"/>
          </a:p>
        </p:txBody>
      </p:sp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56FE161A-D4F9-20EC-5E59-A2F17A5B47FB}"/>
              </a:ext>
            </a:extLst>
          </p:cNvPr>
          <p:cNvSpPr/>
          <p:nvPr/>
        </p:nvSpPr>
        <p:spPr>
          <a:xfrm>
            <a:off x="1800517" y="2674927"/>
            <a:ext cx="6404634" cy="370995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100" dirty="0"/>
              <a:t>NE504_246206_000.docx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004358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00"/>
    </mc:Choice>
    <mc:Fallback xmlns="">
      <p:transition spd="slow" advTm="295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883E5-4459-4396-ECC0-98F3A461F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1594AB41-501D-821E-95E7-97D226EBCA75}"/>
              </a:ext>
            </a:extLst>
          </p:cNvPr>
          <p:cNvSpPr/>
          <p:nvPr/>
        </p:nvSpPr>
        <p:spPr>
          <a:xfrm>
            <a:off x="610482" y="803635"/>
            <a:ext cx="8682087" cy="52507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순서도: 수행의 시작/종료 15">
            <a:extLst>
              <a:ext uri="{FF2B5EF4-FFF2-40B4-BE49-F238E27FC236}">
                <a16:creationId xmlns:a16="http://schemas.microsoft.com/office/drawing/2014/main" id="{E2982C76-8ED3-5743-44B6-E38CA1693E64}"/>
              </a:ext>
            </a:extLst>
          </p:cNvPr>
          <p:cNvSpPr/>
          <p:nvPr/>
        </p:nvSpPr>
        <p:spPr>
          <a:xfrm>
            <a:off x="922697" y="4981128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Signal List</a:t>
            </a:r>
            <a:endParaRPr lang="ko-KR" altLang="en-US" sz="1600" dirty="0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BCE06781-C996-471D-7CF0-B55D19B1C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6" y="196553"/>
            <a:ext cx="9504000" cy="360000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II. 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나의 프로젝트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-NE504-     -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승인도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8AD1948-0E37-9BE0-8A4C-79F4F7880AA6}"/>
              </a:ext>
            </a:extLst>
          </p:cNvPr>
          <p:cNvCxnSpPr>
            <a:cxnSpLocks/>
          </p:cNvCxnSpPr>
          <p:nvPr/>
        </p:nvCxnSpPr>
        <p:spPr>
          <a:xfrm>
            <a:off x="2422689" y="1357460"/>
            <a:ext cx="0" cy="4696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3872EB6-D223-8702-577C-F708CB5C8C7A}"/>
              </a:ext>
            </a:extLst>
          </p:cNvPr>
          <p:cNvCxnSpPr/>
          <p:nvPr/>
        </p:nvCxnSpPr>
        <p:spPr>
          <a:xfrm flipH="1">
            <a:off x="610482" y="1357460"/>
            <a:ext cx="18122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F4890D3-B045-0AAA-254A-A393EAA593AB}"/>
              </a:ext>
            </a:extLst>
          </p:cNvPr>
          <p:cNvCxnSpPr/>
          <p:nvPr/>
        </p:nvCxnSpPr>
        <p:spPr>
          <a:xfrm flipV="1">
            <a:off x="2422689" y="803635"/>
            <a:ext cx="0" cy="553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C07EEFA-1353-E054-5D33-A68C0118359A}"/>
              </a:ext>
            </a:extLst>
          </p:cNvPr>
          <p:cNvSpPr txBox="1"/>
          <p:nvPr/>
        </p:nvSpPr>
        <p:spPr>
          <a:xfrm>
            <a:off x="1100677" y="905309"/>
            <a:ext cx="426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NE504</a:t>
            </a:r>
            <a:endParaRPr lang="ko-KR" altLang="en-US" dirty="0"/>
          </a:p>
        </p:txBody>
      </p:sp>
      <p:pic>
        <p:nvPicPr>
          <p:cNvPr id="27" name="그래픽 26" descr="(해적선 같은) 배 단색으로 채워진">
            <a:extLst>
              <a:ext uri="{FF2B5EF4-FFF2-40B4-BE49-F238E27FC236}">
                <a16:creationId xmlns:a16="http://schemas.microsoft.com/office/drawing/2014/main" id="{26052860-4C9E-AC1A-D6F2-0892A95E3D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798" y="808014"/>
            <a:ext cx="457200" cy="457200"/>
          </a:xfrm>
          <a:prstGeom prst="rect">
            <a:avLst/>
          </a:prstGeom>
        </p:spPr>
      </p:pic>
      <p:sp>
        <p:nvSpPr>
          <p:cNvPr id="30" name="순서도: 수행의 시작/종료 29">
            <a:extLst>
              <a:ext uri="{FF2B5EF4-FFF2-40B4-BE49-F238E27FC236}">
                <a16:creationId xmlns:a16="http://schemas.microsoft.com/office/drawing/2014/main" id="{C0F876A5-30F2-3052-A6EC-CB2AF507B984}"/>
              </a:ext>
            </a:extLst>
          </p:cNvPr>
          <p:cNvSpPr/>
          <p:nvPr/>
        </p:nvSpPr>
        <p:spPr>
          <a:xfrm>
            <a:off x="922698" y="3912699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선급 승인</a:t>
            </a:r>
          </a:p>
        </p:txBody>
      </p:sp>
      <p:sp>
        <p:nvSpPr>
          <p:cNvPr id="31" name="순서도: 수행의 시작/종료 30">
            <a:extLst>
              <a:ext uri="{FF2B5EF4-FFF2-40B4-BE49-F238E27FC236}">
                <a16:creationId xmlns:a16="http://schemas.microsoft.com/office/drawing/2014/main" id="{CDBB32D6-3E03-0731-4D2E-9AC9DBFFEB7B}"/>
              </a:ext>
            </a:extLst>
          </p:cNvPr>
          <p:cNvSpPr/>
          <p:nvPr/>
        </p:nvSpPr>
        <p:spPr>
          <a:xfrm>
            <a:off x="922697" y="4440031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Manual</a:t>
            </a:r>
            <a:endParaRPr lang="ko-KR" altLang="en-US" sz="1600" dirty="0"/>
          </a:p>
        </p:txBody>
      </p:sp>
      <p:sp>
        <p:nvSpPr>
          <p:cNvPr id="32" name="순서도: 수행의 시작/종료 31">
            <a:extLst>
              <a:ext uri="{FF2B5EF4-FFF2-40B4-BE49-F238E27FC236}">
                <a16:creationId xmlns:a16="http://schemas.microsoft.com/office/drawing/2014/main" id="{202EDCC5-316E-81A9-ACB0-AE2D0F53CB09}"/>
              </a:ext>
            </a:extLst>
          </p:cNvPr>
          <p:cNvSpPr/>
          <p:nvPr/>
        </p:nvSpPr>
        <p:spPr>
          <a:xfrm>
            <a:off x="2958101" y="5272114"/>
            <a:ext cx="5799056" cy="549107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그래픽 32" descr="돋보기 단색으로 채워진">
            <a:extLst>
              <a:ext uri="{FF2B5EF4-FFF2-40B4-BE49-F238E27FC236}">
                <a16:creationId xmlns:a16="http://schemas.microsoft.com/office/drawing/2014/main" id="{A4850D31-337F-4191-8D65-FA1EF51DCF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78489" y="5343398"/>
            <a:ext cx="457200" cy="4572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C7B9171-F4CC-357F-C83D-868DCEF4CC08}"/>
              </a:ext>
            </a:extLst>
          </p:cNvPr>
          <p:cNvSpPr txBox="1"/>
          <p:nvPr/>
        </p:nvSpPr>
        <p:spPr>
          <a:xfrm>
            <a:off x="3935689" y="5373788"/>
            <a:ext cx="426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NE504 </a:t>
            </a:r>
            <a:r>
              <a:rPr lang="ko-KR" altLang="en-US" dirty="0"/>
              <a:t>호선 관련 자유로운 대화</a:t>
            </a:r>
          </a:p>
        </p:txBody>
      </p:sp>
      <p:sp>
        <p:nvSpPr>
          <p:cNvPr id="37" name="순서도: 수행의 시작/종료 36">
            <a:extLst>
              <a:ext uri="{FF2B5EF4-FFF2-40B4-BE49-F238E27FC236}">
                <a16:creationId xmlns:a16="http://schemas.microsoft.com/office/drawing/2014/main" id="{63A972FC-889A-3384-CEC1-828A7EE81C90}"/>
              </a:ext>
            </a:extLst>
          </p:cNvPr>
          <p:cNvSpPr/>
          <p:nvPr/>
        </p:nvSpPr>
        <p:spPr>
          <a:xfrm>
            <a:off x="922698" y="5524112"/>
            <a:ext cx="778150" cy="424204"/>
          </a:xfrm>
          <a:prstGeom prst="flowChartTerminato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최근대화</a:t>
            </a:r>
          </a:p>
        </p:txBody>
      </p:sp>
      <p:pic>
        <p:nvPicPr>
          <p:cNvPr id="39" name="그래픽 38" descr="새로 고침 단색으로 채워진">
            <a:extLst>
              <a:ext uri="{FF2B5EF4-FFF2-40B4-BE49-F238E27FC236}">
                <a16:creationId xmlns:a16="http://schemas.microsoft.com/office/drawing/2014/main" id="{B1769EE1-FA85-DBF4-2401-55325130A1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12058" y="5524115"/>
            <a:ext cx="424201" cy="424201"/>
          </a:xfrm>
          <a:prstGeom prst="rect">
            <a:avLst/>
          </a:prstGeom>
        </p:spPr>
      </p:pic>
      <p:sp>
        <p:nvSpPr>
          <p:cNvPr id="40" name="순서도: 수행의 시작/종료 39">
            <a:extLst>
              <a:ext uri="{FF2B5EF4-FFF2-40B4-BE49-F238E27FC236}">
                <a16:creationId xmlns:a16="http://schemas.microsoft.com/office/drawing/2014/main" id="{CF5063E5-3D22-F1B7-350E-C6A5102010C6}"/>
              </a:ext>
            </a:extLst>
          </p:cNvPr>
          <p:cNvSpPr/>
          <p:nvPr/>
        </p:nvSpPr>
        <p:spPr>
          <a:xfrm>
            <a:off x="922697" y="1647061"/>
            <a:ext cx="1187773" cy="424204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더하기 기호 40">
            <a:extLst>
              <a:ext uri="{FF2B5EF4-FFF2-40B4-BE49-F238E27FC236}">
                <a16:creationId xmlns:a16="http://schemas.microsoft.com/office/drawing/2014/main" id="{B0C67229-51E0-836F-FFE9-4E92510D906D}"/>
              </a:ext>
            </a:extLst>
          </p:cNvPr>
          <p:cNvSpPr/>
          <p:nvPr/>
        </p:nvSpPr>
        <p:spPr>
          <a:xfrm>
            <a:off x="1315480" y="1644629"/>
            <a:ext cx="402206" cy="40220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6B1E0E79-C1B5-8A73-47AF-7008885DBCF9}"/>
              </a:ext>
            </a:extLst>
          </p:cNvPr>
          <p:cNvCxnSpPr/>
          <p:nvPr/>
        </p:nvCxnSpPr>
        <p:spPr>
          <a:xfrm>
            <a:off x="696798" y="3629320"/>
            <a:ext cx="1622196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더하기 기호 1">
            <a:extLst>
              <a:ext uri="{FF2B5EF4-FFF2-40B4-BE49-F238E27FC236}">
                <a16:creationId xmlns:a16="http://schemas.microsoft.com/office/drawing/2014/main" id="{4283F8B1-F3CA-F8EE-1957-EC99196D9D0D}"/>
              </a:ext>
            </a:extLst>
          </p:cNvPr>
          <p:cNvSpPr/>
          <p:nvPr/>
        </p:nvSpPr>
        <p:spPr>
          <a:xfrm>
            <a:off x="2696639" y="210491"/>
            <a:ext cx="360000" cy="360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7848CB7-0D5F-0634-3833-C349FC4EC2ED}"/>
              </a:ext>
            </a:extLst>
          </p:cNvPr>
          <p:cNvSpPr/>
          <p:nvPr/>
        </p:nvSpPr>
        <p:spPr>
          <a:xfrm>
            <a:off x="607533" y="812393"/>
            <a:ext cx="8685036" cy="5246351"/>
          </a:xfrm>
          <a:prstGeom prst="rect">
            <a:avLst/>
          </a:prstGeom>
          <a:solidFill>
            <a:schemeClr val="tx1">
              <a:lumMod val="50000"/>
              <a:lumOff val="5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469F09-BFB1-8396-E704-BAC059D61988}"/>
              </a:ext>
            </a:extLst>
          </p:cNvPr>
          <p:cNvSpPr/>
          <p:nvPr/>
        </p:nvSpPr>
        <p:spPr>
          <a:xfrm>
            <a:off x="1424304" y="1206364"/>
            <a:ext cx="7147614" cy="47419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순서도: 수행의 시작/종료 4">
            <a:extLst>
              <a:ext uri="{FF2B5EF4-FFF2-40B4-BE49-F238E27FC236}">
                <a16:creationId xmlns:a16="http://schemas.microsoft.com/office/drawing/2014/main" id="{2817E019-6CB7-F169-5455-2524EE4B85AA}"/>
              </a:ext>
            </a:extLst>
          </p:cNvPr>
          <p:cNvSpPr/>
          <p:nvPr/>
        </p:nvSpPr>
        <p:spPr>
          <a:xfrm>
            <a:off x="1684203" y="1531121"/>
            <a:ext cx="1040738" cy="366087"/>
          </a:xfrm>
          <a:prstGeom prst="flowChartTerminator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TP</a:t>
            </a:r>
            <a:endParaRPr lang="ko-KR" altLang="en-US" sz="1000" dirty="0"/>
          </a:p>
        </p:txBody>
      </p:sp>
      <p:sp>
        <p:nvSpPr>
          <p:cNvPr id="6" name="순서도: 수행의 시작/종료 5">
            <a:extLst>
              <a:ext uri="{FF2B5EF4-FFF2-40B4-BE49-F238E27FC236}">
                <a16:creationId xmlns:a16="http://schemas.microsoft.com/office/drawing/2014/main" id="{93D93B43-3FF2-77C8-983D-F02A5C37803A}"/>
              </a:ext>
            </a:extLst>
          </p:cNvPr>
          <p:cNvSpPr/>
          <p:nvPr/>
        </p:nvSpPr>
        <p:spPr>
          <a:xfrm>
            <a:off x="2848957" y="1546400"/>
            <a:ext cx="1040738" cy="36608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승인도</a:t>
            </a:r>
          </a:p>
        </p:txBody>
      </p:sp>
      <p:sp>
        <p:nvSpPr>
          <p:cNvPr id="8" name="순서도: 수행의 시작/종료 7">
            <a:extLst>
              <a:ext uri="{FF2B5EF4-FFF2-40B4-BE49-F238E27FC236}">
                <a16:creationId xmlns:a16="http://schemas.microsoft.com/office/drawing/2014/main" id="{D9745B08-AF56-D99C-347A-84B3A3054B1E}"/>
              </a:ext>
            </a:extLst>
          </p:cNvPr>
          <p:cNvSpPr/>
          <p:nvPr/>
        </p:nvSpPr>
        <p:spPr>
          <a:xfrm>
            <a:off x="4016779" y="1541937"/>
            <a:ext cx="1040738" cy="366087"/>
          </a:xfrm>
          <a:prstGeom prst="flowChartTerminator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공사도</a:t>
            </a:r>
          </a:p>
        </p:txBody>
      </p:sp>
      <p:sp>
        <p:nvSpPr>
          <p:cNvPr id="9" name="순서도: 수행의 시작/종료 8">
            <a:extLst>
              <a:ext uri="{FF2B5EF4-FFF2-40B4-BE49-F238E27FC236}">
                <a16:creationId xmlns:a16="http://schemas.microsoft.com/office/drawing/2014/main" id="{F742B251-B539-27A4-8551-2A0052B1F19B}"/>
              </a:ext>
            </a:extLst>
          </p:cNvPr>
          <p:cNvSpPr/>
          <p:nvPr/>
        </p:nvSpPr>
        <p:spPr>
          <a:xfrm>
            <a:off x="5190068" y="1541937"/>
            <a:ext cx="1040738" cy="366087"/>
          </a:xfrm>
          <a:prstGeom prst="flowChartTerminator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완성도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FDDE4E-A3FD-77E9-E5D2-63E3028EDC97}"/>
              </a:ext>
            </a:extLst>
          </p:cNvPr>
          <p:cNvSpPr txBox="1"/>
          <p:nvPr/>
        </p:nvSpPr>
        <p:spPr>
          <a:xfrm>
            <a:off x="1655431" y="2091905"/>
            <a:ext cx="7865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Rev. </a:t>
            </a:r>
            <a:r>
              <a:rPr lang="ko-KR" altLang="en-US" sz="1000" dirty="0"/>
              <a:t>번호</a:t>
            </a: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995B0BD7-FA91-2D3A-901B-900C72EC1C0B}"/>
              </a:ext>
            </a:extLst>
          </p:cNvPr>
          <p:cNvSpPr/>
          <p:nvPr/>
        </p:nvSpPr>
        <p:spPr>
          <a:xfrm>
            <a:off x="2365273" y="2106279"/>
            <a:ext cx="223193" cy="21453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20" name="순서도: 대체 처리 19">
            <a:extLst>
              <a:ext uri="{FF2B5EF4-FFF2-40B4-BE49-F238E27FC236}">
                <a16:creationId xmlns:a16="http://schemas.microsoft.com/office/drawing/2014/main" id="{EA7EC70D-08B1-BA81-C46B-9AC4C2939D0B}"/>
              </a:ext>
            </a:extLst>
          </p:cNvPr>
          <p:cNvSpPr/>
          <p:nvPr/>
        </p:nvSpPr>
        <p:spPr>
          <a:xfrm>
            <a:off x="1800517" y="3153989"/>
            <a:ext cx="6404634" cy="68312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endParaRPr lang="ko-KR" alt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95CD4D-8438-00F3-1615-96096E42B731}"/>
              </a:ext>
            </a:extLst>
          </p:cNvPr>
          <p:cNvSpPr txBox="1"/>
          <p:nvPr/>
        </p:nvSpPr>
        <p:spPr>
          <a:xfrm>
            <a:off x="1639472" y="3974589"/>
            <a:ext cx="5525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P&amp;ID </a:t>
            </a:r>
            <a:r>
              <a:rPr lang="ko-KR" altLang="en-US" sz="1000" dirty="0"/>
              <a:t>수정 내용</a:t>
            </a:r>
          </a:p>
        </p:txBody>
      </p:sp>
      <p:sp>
        <p:nvSpPr>
          <p:cNvPr id="22" name="순서도: 대체 처리 21">
            <a:extLst>
              <a:ext uri="{FF2B5EF4-FFF2-40B4-BE49-F238E27FC236}">
                <a16:creationId xmlns:a16="http://schemas.microsoft.com/office/drawing/2014/main" id="{85AB6599-3839-6C4D-2BC1-FB2B85619848}"/>
              </a:ext>
            </a:extLst>
          </p:cNvPr>
          <p:cNvSpPr/>
          <p:nvPr/>
        </p:nvSpPr>
        <p:spPr>
          <a:xfrm>
            <a:off x="1784559" y="4220810"/>
            <a:ext cx="6404634" cy="370995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100" dirty="0"/>
              <a:t>[PNID] (Rev.0) NACKS_NE504_NK_ECU900Bx2_MIX (2025.02.13.).pdf</a:t>
            </a:r>
            <a:endParaRPr lang="ko-KR" altLang="en-US" sz="1100" dirty="0"/>
          </a:p>
        </p:txBody>
      </p:sp>
      <p:sp>
        <p:nvSpPr>
          <p:cNvPr id="23" name="순서도: 대체 처리 22">
            <a:extLst>
              <a:ext uri="{FF2B5EF4-FFF2-40B4-BE49-F238E27FC236}">
                <a16:creationId xmlns:a16="http://schemas.microsoft.com/office/drawing/2014/main" id="{E66CDC48-716D-9394-2E73-F7346DA424B7}"/>
              </a:ext>
            </a:extLst>
          </p:cNvPr>
          <p:cNvSpPr/>
          <p:nvPr/>
        </p:nvSpPr>
        <p:spPr>
          <a:xfrm>
            <a:off x="1784559" y="4699872"/>
            <a:ext cx="6404634" cy="68312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ko-KR" altLang="en-US" sz="1100" dirty="0"/>
          </a:p>
        </p:txBody>
      </p:sp>
      <p:sp>
        <p:nvSpPr>
          <p:cNvPr id="35" name="순서도: 수행의 시작/종료 34">
            <a:extLst>
              <a:ext uri="{FF2B5EF4-FFF2-40B4-BE49-F238E27FC236}">
                <a16:creationId xmlns:a16="http://schemas.microsoft.com/office/drawing/2014/main" id="{483FE336-2D1D-CBDE-D094-33618B1BE7FC}"/>
              </a:ext>
            </a:extLst>
          </p:cNvPr>
          <p:cNvSpPr/>
          <p:nvPr/>
        </p:nvSpPr>
        <p:spPr>
          <a:xfrm>
            <a:off x="3315211" y="5461529"/>
            <a:ext cx="1164510" cy="366087"/>
          </a:xfrm>
          <a:prstGeom prst="flowChartTerminator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체크리스트 보기</a:t>
            </a:r>
          </a:p>
        </p:txBody>
      </p:sp>
      <p:sp>
        <p:nvSpPr>
          <p:cNvPr id="46" name="순서도: 수행의 시작/종료 45">
            <a:extLst>
              <a:ext uri="{FF2B5EF4-FFF2-40B4-BE49-F238E27FC236}">
                <a16:creationId xmlns:a16="http://schemas.microsoft.com/office/drawing/2014/main" id="{5BEB96E1-F8C9-8EA2-D3E0-CC3B7972037D}"/>
              </a:ext>
            </a:extLst>
          </p:cNvPr>
          <p:cNvSpPr/>
          <p:nvPr/>
        </p:nvSpPr>
        <p:spPr>
          <a:xfrm>
            <a:off x="4560885" y="5467925"/>
            <a:ext cx="622397" cy="366087"/>
          </a:xfrm>
          <a:prstGeom prst="flowChartTerminator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재검토</a:t>
            </a:r>
          </a:p>
        </p:txBody>
      </p:sp>
      <p:sp>
        <p:nvSpPr>
          <p:cNvPr id="47" name="순서도: 수행의 시작/종료 46">
            <a:extLst>
              <a:ext uri="{FF2B5EF4-FFF2-40B4-BE49-F238E27FC236}">
                <a16:creationId xmlns:a16="http://schemas.microsoft.com/office/drawing/2014/main" id="{3154EEF2-0975-B1BB-A21C-DA14CB4CE540}"/>
              </a:ext>
            </a:extLst>
          </p:cNvPr>
          <p:cNvSpPr/>
          <p:nvPr/>
        </p:nvSpPr>
        <p:spPr>
          <a:xfrm>
            <a:off x="5550051" y="5467925"/>
            <a:ext cx="1040738" cy="366087"/>
          </a:xfrm>
          <a:prstGeom prst="flowChartTerminator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상신하기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A5948C-0F3B-536F-335D-2FCE42E08B83}"/>
              </a:ext>
            </a:extLst>
          </p:cNvPr>
          <p:cNvSpPr txBox="1"/>
          <p:nvPr/>
        </p:nvSpPr>
        <p:spPr>
          <a:xfrm>
            <a:off x="6578480" y="5467925"/>
            <a:ext cx="16107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B050"/>
                </a:solidFill>
              </a:rPr>
              <a:t>모든 코멘트가</a:t>
            </a:r>
            <a:endParaRPr lang="en-US" altLang="ko-KR" sz="1000" dirty="0">
              <a:solidFill>
                <a:srgbClr val="00B050"/>
              </a:solidFill>
            </a:endParaRPr>
          </a:p>
          <a:p>
            <a:r>
              <a:rPr lang="ko-KR" altLang="en-US" sz="1000" dirty="0">
                <a:solidFill>
                  <a:srgbClr val="00B050"/>
                </a:solidFill>
              </a:rPr>
              <a:t>검토되었습니다</a:t>
            </a:r>
            <a:r>
              <a:rPr lang="en-US" altLang="ko-KR" sz="1000" dirty="0">
                <a:solidFill>
                  <a:srgbClr val="00B050"/>
                </a:solidFill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EDBFE4-4037-34D7-46D2-3CCE3B2DB86B}"/>
              </a:ext>
            </a:extLst>
          </p:cNvPr>
          <p:cNvSpPr txBox="1"/>
          <p:nvPr/>
        </p:nvSpPr>
        <p:spPr>
          <a:xfrm>
            <a:off x="1655430" y="2428706"/>
            <a:ext cx="5525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조선소 </a:t>
            </a:r>
            <a:r>
              <a:rPr lang="en-US" altLang="ko-KR" sz="1000" dirty="0"/>
              <a:t>POS</a:t>
            </a:r>
            <a:endParaRPr lang="ko-KR" altLang="en-US" sz="1000" dirty="0"/>
          </a:p>
        </p:txBody>
      </p:sp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0FA5EB78-6ABD-039F-C7A8-4242B0E5180B}"/>
              </a:ext>
            </a:extLst>
          </p:cNvPr>
          <p:cNvSpPr/>
          <p:nvPr/>
        </p:nvSpPr>
        <p:spPr>
          <a:xfrm>
            <a:off x="1800517" y="2674927"/>
            <a:ext cx="6404634" cy="370995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100" dirty="0"/>
              <a:t>NE504_246206_000.docx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838523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00"/>
    </mc:Choice>
    <mc:Fallback xmlns="">
      <p:transition spd="slow" advTm="295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B0CE2-DD4D-D86D-7916-912C61CB8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28D9A87C-DCBE-F302-6468-893A4ACC5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6" y="196553"/>
            <a:ext cx="9504000" cy="360000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II. 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나의 프로젝트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-NE504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AB96539-6C7E-75EB-7B3F-AF25D44FB4AB}"/>
              </a:ext>
            </a:extLst>
          </p:cNvPr>
          <p:cNvSpPr/>
          <p:nvPr/>
        </p:nvSpPr>
        <p:spPr>
          <a:xfrm>
            <a:off x="610482" y="803635"/>
            <a:ext cx="8682087" cy="52507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FF41A51-5975-B08A-5DA2-5E69C363D2D5}"/>
              </a:ext>
            </a:extLst>
          </p:cNvPr>
          <p:cNvCxnSpPr>
            <a:cxnSpLocks/>
          </p:cNvCxnSpPr>
          <p:nvPr/>
        </p:nvCxnSpPr>
        <p:spPr>
          <a:xfrm>
            <a:off x="2422689" y="1357460"/>
            <a:ext cx="0" cy="4696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A19FBE0-A5DB-482D-DEA5-24300DCE4500}"/>
              </a:ext>
            </a:extLst>
          </p:cNvPr>
          <p:cNvCxnSpPr/>
          <p:nvPr/>
        </p:nvCxnSpPr>
        <p:spPr>
          <a:xfrm flipH="1">
            <a:off x="610482" y="1357460"/>
            <a:ext cx="18122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84B85C5-1061-A787-CE88-B7C3AFD2677A}"/>
              </a:ext>
            </a:extLst>
          </p:cNvPr>
          <p:cNvCxnSpPr/>
          <p:nvPr/>
        </p:nvCxnSpPr>
        <p:spPr>
          <a:xfrm flipV="1">
            <a:off x="2422689" y="803635"/>
            <a:ext cx="0" cy="553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BC6F534-315F-85BB-96A8-73E6FAD9908B}"/>
              </a:ext>
            </a:extLst>
          </p:cNvPr>
          <p:cNvSpPr txBox="1"/>
          <p:nvPr/>
        </p:nvSpPr>
        <p:spPr>
          <a:xfrm>
            <a:off x="1100677" y="905309"/>
            <a:ext cx="426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NE504</a:t>
            </a:r>
            <a:endParaRPr lang="ko-KR" altLang="en-US" dirty="0"/>
          </a:p>
        </p:txBody>
      </p:sp>
      <p:pic>
        <p:nvPicPr>
          <p:cNvPr id="27" name="그래픽 26" descr="(해적선 같은) 배 단색으로 채워진">
            <a:extLst>
              <a:ext uri="{FF2B5EF4-FFF2-40B4-BE49-F238E27FC236}">
                <a16:creationId xmlns:a16="http://schemas.microsoft.com/office/drawing/2014/main" id="{F0579E91-A8FC-B1CB-983A-5B815A460A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798" y="808014"/>
            <a:ext cx="457200" cy="457200"/>
          </a:xfrm>
          <a:prstGeom prst="rect">
            <a:avLst/>
          </a:prstGeom>
        </p:spPr>
      </p:pic>
      <p:sp>
        <p:nvSpPr>
          <p:cNvPr id="30" name="순서도: 수행의 시작/종료 29">
            <a:extLst>
              <a:ext uri="{FF2B5EF4-FFF2-40B4-BE49-F238E27FC236}">
                <a16:creationId xmlns:a16="http://schemas.microsoft.com/office/drawing/2014/main" id="{998F119B-A036-A01F-41B0-90C88C5E54DF}"/>
              </a:ext>
            </a:extLst>
          </p:cNvPr>
          <p:cNvSpPr/>
          <p:nvPr/>
        </p:nvSpPr>
        <p:spPr>
          <a:xfrm>
            <a:off x="922698" y="3912699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선급 승인</a:t>
            </a:r>
          </a:p>
        </p:txBody>
      </p:sp>
      <p:sp>
        <p:nvSpPr>
          <p:cNvPr id="31" name="순서도: 수행의 시작/종료 30">
            <a:extLst>
              <a:ext uri="{FF2B5EF4-FFF2-40B4-BE49-F238E27FC236}">
                <a16:creationId xmlns:a16="http://schemas.microsoft.com/office/drawing/2014/main" id="{A9C2E661-F74B-70CE-08CB-972558BCA1E8}"/>
              </a:ext>
            </a:extLst>
          </p:cNvPr>
          <p:cNvSpPr/>
          <p:nvPr/>
        </p:nvSpPr>
        <p:spPr>
          <a:xfrm>
            <a:off x="922697" y="4440031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Manual</a:t>
            </a:r>
            <a:endParaRPr lang="ko-KR" altLang="en-US" sz="1600" dirty="0"/>
          </a:p>
        </p:txBody>
      </p:sp>
      <p:sp>
        <p:nvSpPr>
          <p:cNvPr id="32" name="순서도: 수행의 시작/종료 31">
            <a:extLst>
              <a:ext uri="{FF2B5EF4-FFF2-40B4-BE49-F238E27FC236}">
                <a16:creationId xmlns:a16="http://schemas.microsoft.com/office/drawing/2014/main" id="{C8ADAC6F-1B9B-A14D-845D-E564A37A6723}"/>
              </a:ext>
            </a:extLst>
          </p:cNvPr>
          <p:cNvSpPr/>
          <p:nvPr/>
        </p:nvSpPr>
        <p:spPr>
          <a:xfrm>
            <a:off x="2958101" y="5272114"/>
            <a:ext cx="5799056" cy="549107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그래픽 32" descr="돋보기 단색으로 채워진">
            <a:extLst>
              <a:ext uri="{FF2B5EF4-FFF2-40B4-BE49-F238E27FC236}">
                <a16:creationId xmlns:a16="http://schemas.microsoft.com/office/drawing/2014/main" id="{FE7EB157-755D-2F15-31DF-F9D3341BC2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78489" y="5343398"/>
            <a:ext cx="457200" cy="4572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52D3FC6-EA32-0D92-9AC2-58DFF1076661}"/>
              </a:ext>
            </a:extLst>
          </p:cNvPr>
          <p:cNvSpPr txBox="1"/>
          <p:nvPr/>
        </p:nvSpPr>
        <p:spPr>
          <a:xfrm>
            <a:off x="3935689" y="5373788"/>
            <a:ext cx="426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NE504 </a:t>
            </a:r>
            <a:r>
              <a:rPr lang="ko-KR" altLang="en-US" dirty="0"/>
              <a:t>호선 관련 자유로운 대화</a:t>
            </a:r>
          </a:p>
        </p:txBody>
      </p:sp>
      <p:sp>
        <p:nvSpPr>
          <p:cNvPr id="37" name="순서도: 수행의 시작/종료 36">
            <a:extLst>
              <a:ext uri="{FF2B5EF4-FFF2-40B4-BE49-F238E27FC236}">
                <a16:creationId xmlns:a16="http://schemas.microsoft.com/office/drawing/2014/main" id="{2A2D9676-0D9C-851B-EEE7-D694AE401CA3}"/>
              </a:ext>
            </a:extLst>
          </p:cNvPr>
          <p:cNvSpPr/>
          <p:nvPr/>
        </p:nvSpPr>
        <p:spPr>
          <a:xfrm>
            <a:off x="922698" y="5524112"/>
            <a:ext cx="778150" cy="424204"/>
          </a:xfrm>
          <a:prstGeom prst="flowChartTerminato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최근대화</a:t>
            </a:r>
          </a:p>
        </p:txBody>
      </p:sp>
      <p:pic>
        <p:nvPicPr>
          <p:cNvPr id="39" name="그래픽 38" descr="새로 고침 단색으로 채워진">
            <a:extLst>
              <a:ext uri="{FF2B5EF4-FFF2-40B4-BE49-F238E27FC236}">
                <a16:creationId xmlns:a16="http://schemas.microsoft.com/office/drawing/2014/main" id="{10975016-F609-F947-7070-DE9F1ECB24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12058" y="5524115"/>
            <a:ext cx="424201" cy="424201"/>
          </a:xfrm>
          <a:prstGeom prst="rect">
            <a:avLst/>
          </a:prstGeom>
        </p:spPr>
      </p:pic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7400E88F-9E33-8744-B808-DC7229B6E818}"/>
              </a:ext>
            </a:extLst>
          </p:cNvPr>
          <p:cNvCxnSpPr/>
          <p:nvPr/>
        </p:nvCxnSpPr>
        <p:spPr>
          <a:xfrm>
            <a:off x="696798" y="3629320"/>
            <a:ext cx="1622196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순서도: 수행의 시작/종료 1">
            <a:extLst>
              <a:ext uri="{FF2B5EF4-FFF2-40B4-BE49-F238E27FC236}">
                <a16:creationId xmlns:a16="http://schemas.microsoft.com/office/drawing/2014/main" id="{E3E918D9-4DF1-EB83-273C-36AF31FFF18C}"/>
              </a:ext>
            </a:extLst>
          </p:cNvPr>
          <p:cNvSpPr/>
          <p:nvPr/>
        </p:nvSpPr>
        <p:spPr>
          <a:xfrm>
            <a:off x="922697" y="1644719"/>
            <a:ext cx="1187773" cy="424204"/>
          </a:xfrm>
          <a:prstGeom prst="flowChartTermina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승인도</a:t>
            </a:r>
          </a:p>
        </p:txBody>
      </p:sp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CA51725C-9DB5-CDE0-76D2-7FB7C9B281AA}"/>
              </a:ext>
            </a:extLst>
          </p:cNvPr>
          <p:cNvSpPr/>
          <p:nvPr/>
        </p:nvSpPr>
        <p:spPr>
          <a:xfrm>
            <a:off x="1307550" y="2148748"/>
            <a:ext cx="786594" cy="280926"/>
          </a:xfrm>
          <a:prstGeom prst="flowChartTermina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Rev.0</a:t>
            </a:r>
            <a:endParaRPr lang="ko-KR" alt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838B9B-9F27-1594-C5FB-5B1E6DB1A415}"/>
              </a:ext>
            </a:extLst>
          </p:cNvPr>
          <p:cNvSpPr txBox="1"/>
          <p:nvPr/>
        </p:nvSpPr>
        <p:spPr>
          <a:xfrm>
            <a:off x="617420" y="2186456"/>
            <a:ext cx="7231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/>
              <a:t>결재중</a:t>
            </a:r>
            <a:endParaRPr lang="ko-KR" altLang="en-US" sz="1000" dirty="0"/>
          </a:p>
        </p:txBody>
      </p:sp>
      <p:sp>
        <p:nvSpPr>
          <p:cNvPr id="6" name="순서도: 수행의 시작/종료 5">
            <a:extLst>
              <a:ext uri="{FF2B5EF4-FFF2-40B4-BE49-F238E27FC236}">
                <a16:creationId xmlns:a16="http://schemas.microsoft.com/office/drawing/2014/main" id="{AFBCCFD2-5C07-16B8-E285-985D7766DA31}"/>
              </a:ext>
            </a:extLst>
          </p:cNvPr>
          <p:cNvSpPr/>
          <p:nvPr/>
        </p:nvSpPr>
        <p:spPr>
          <a:xfrm>
            <a:off x="922696" y="2514381"/>
            <a:ext cx="1187773" cy="424204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더하기 기호 7">
            <a:extLst>
              <a:ext uri="{FF2B5EF4-FFF2-40B4-BE49-F238E27FC236}">
                <a16:creationId xmlns:a16="http://schemas.microsoft.com/office/drawing/2014/main" id="{50237A09-9403-33F7-665F-BB9A65C54B32}"/>
              </a:ext>
            </a:extLst>
          </p:cNvPr>
          <p:cNvSpPr/>
          <p:nvPr/>
        </p:nvSpPr>
        <p:spPr>
          <a:xfrm>
            <a:off x="1315479" y="2511949"/>
            <a:ext cx="402206" cy="40220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순서도: 수행의 시작/종료 4">
            <a:extLst>
              <a:ext uri="{FF2B5EF4-FFF2-40B4-BE49-F238E27FC236}">
                <a16:creationId xmlns:a16="http://schemas.microsoft.com/office/drawing/2014/main" id="{799104B7-8D85-303F-0E38-D4003352C588}"/>
              </a:ext>
            </a:extLst>
          </p:cNvPr>
          <p:cNvSpPr/>
          <p:nvPr/>
        </p:nvSpPr>
        <p:spPr>
          <a:xfrm>
            <a:off x="922697" y="4981128"/>
            <a:ext cx="1187773" cy="42420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Signal List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3560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00"/>
    </mc:Choice>
    <mc:Fallback xmlns="">
      <p:transition spd="slow" advTm="29500"/>
    </mc:Fallback>
  </mc:AlternateContent>
</p:sld>
</file>

<file path=ppt/theme/theme1.xml><?xml version="1.0" encoding="utf-8"?>
<a:theme xmlns:a="http://schemas.openxmlformats.org/drawingml/2006/main" name="테마1">
  <a:themeElements>
    <a:clrScheme name="2021 테크로스A">
      <a:dk1>
        <a:sysClr val="windowText" lastClr="000000"/>
      </a:dk1>
      <a:lt1>
        <a:sysClr val="window" lastClr="FFFFFF"/>
      </a:lt1>
      <a:dk2>
        <a:srgbClr val="002856"/>
      </a:dk2>
      <a:lt2>
        <a:srgbClr val="E2E2E2"/>
      </a:lt2>
      <a:accent1>
        <a:srgbClr val="0068B6"/>
      </a:accent1>
      <a:accent2>
        <a:srgbClr val="6B9265"/>
      </a:accent2>
      <a:accent3>
        <a:srgbClr val="8F7465"/>
      </a:accent3>
      <a:accent4>
        <a:srgbClr val="5E8C95"/>
      </a:accent4>
      <a:accent5>
        <a:srgbClr val="A54762"/>
      </a:accent5>
      <a:accent6>
        <a:srgbClr val="968AB2"/>
      </a:accent6>
      <a:hlink>
        <a:srgbClr val="5B9BD5"/>
      </a:hlink>
      <a:folHlink>
        <a:srgbClr val="FFC000"/>
      </a:folHlink>
    </a:clrScheme>
    <a:fontScheme name="2021 테크로스 v.1.1">
      <a:majorFont>
        <a:latin typeface="Myriad Pro Black"/>
        <a:ea typeface="Noto Sans CJK KR Bold"/>
        <a:cs typeface=""/>
      </a:majorFont>
      <a:minorFont>
        <a:latin typeface="Noto Sans CJK KR Regular"/>
        <a:ea typeface="Noto Sans CJK KR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테마1" id="{0424B233-31E4-43A5-9EDC-4B62074B16C9}" vid="{B4039208-DBBE-41CA-A24F-1F7050A08DEC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2021 TECHCROSS PPT Template_v1.2</Template>
  <TotalTime>30040</TotalTime>
  <Words>1040</Words>
  <Application>Microsoft Office PowerPoint</Application>
  <PresentationFormat>A4 용지(210x297mm)</PresentationFormat>
  <Paragraphs>273</Paragraphs>
  <Slides>18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Noto Sans CJK KR Regular</vt:lpstr>
      <vt:lpstr>맑은 고딕</vt:lpstr>
      <vt:lpstr>야놀자 야체 B</vt:lpstr>
      <vt:lpstr>Arial</vt:lpstr>
      <vt:lpstr>Myriad Pro Black</vt:lpstr>
      <vt:lpstr>테마1</vt:lpstr>
      <vt:lpstr>PowerPoint 프레젠테이션</vt:lpstr>
      <vt:lpstr>0. 로그인</vt:lpstr>
      <vt:lpstr>I. 메인 화면</vt:lpstr>
      <vt:lpstr>II. 나의 프로젝트</vt:lpstr>
      <vt:lpstr>II. 나의 프로젝트-NE506 Series</vt:lpstr>
      <vt:lpstr>II. 나의 프로젝트-NE506 Series-승인도</vt:lpstr>
      <vt:lpstr>II. 나의 프로젝트-NE506 Series-승인도-</vt:lpstr>
      <vt:lpstr>II. 나의 프로젝트-NE506 Series-승인도-</vt:lpstr>
      <vt:lpstr>II. 나의 프로젝트-NE506 Series-승인도</vt:lpstr>
      <vt:lpstr>II. 나의 프로젝트</vt:lpstr>
      <vt:lpstr>II. 나의 프로젝트-</vt:lpstr>
      <vt:lpstr>II. 나의 프로젝트</vt:lpstr>
      <vt:lpstr>II. 나의 프로젝트-NE504</vt:lpstr>
      <vt:lpstr>II. 나의 프로젝트-NE504-     -승인도</vt:lpstr>
      <vt:lpstr>II. 나의 프로젝트-NE504-     -승인도-체크리스트 작성</vt:lpstr>
      <vt:lpstr>II. 나의 프로젝트-NE504-     -승인도</vt:lpstr>
      <vt:lpstr>II. 나의 프로젝트-NE504-     -승인도</vt:lpstr>
      <vt:lpstr>II. 나의 프로젝트-NE504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2021년 4월 결산 보고</dc:title>
  <dc:creator>Yeong Hun Noh</dc:creator>
  <cp:lastModifiedBy>김수민</cp:lastModifiedBy>
  <cp:revision>1152</cp:revision>
  <cp:lastPrinted>2025-02-23T23:53:19Z</cp:lastPrinted>
  <dcterms:created xsi:type="dcterms:W3CDTF">2021-05-26T06:10:57Z</dcterms:created>
  <dcterms:modified xsi:type="dcterms:W3CDTF">2025-12-23T01:56:02Z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asoo_Trace_ID">
    <vt:lpwstr>eyJub2RlMSI6eyJkc2QiOiIwMTAwMDAwMDAwMDAyMDEwIiwibG9nVGltZSI6IjIwMjQtMTAtMzBUMDQ6MzY6MjhaIiwicElEIjoxLCJwcm9jZXNzTmFtZSI6IlBPV0VSUE5ULkVYRSIsInRyYWNlSWQiOiJBRjY1NDJERENFMEI0QkEzODk1RkUzMDlBMEQ3MEQ3MyIsInVzZXJDb2RlIjoia3NoIn0sIm5vZGUyIjp7ImRzZCI6IjAxMDAwMDA</vt:lpwstr>
  </property>
</Properties>
</file>